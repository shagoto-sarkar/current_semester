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y="6858000" cx="9144000"/>
  <p:notesSz cx="6858000" cy="9144000"/>
  <p:embeddedFontLst>
    <p:embeddedFont>
      <p:font typeface="Century Schoolbook"/>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1" roundtripDataSignature="AMtx7mj25ZyhQBZNr98xuYb1yspXTNmw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3ED9ADC-B2F1-4BBE-8914-B06CDCA24EA2}">
  <a:tblStyle styleId="{93ED9ADC-B2F1-4BBE-8914-B06CDCA24EA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enturySchoolbook-boldItalic.fntdata"/><Relationship Id="rId20" Type="http://schemas.openxmlformats.org/officeDocument/2006/relationships/slide" Target="slides/slide13.xml"/><Relationship Id="rId41" Type="http://customschemas.google.com/relationships/presentationmetadata" Target="meta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CenturySchoolbook-regular.fntdata"/><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CenturySchoolbook-italic.fntdata"/><Relationship Id="rId16" Type="http://schemas.openxmlformats.org/officeDocument/2006/relationships/slide" Target="slides/slide9.xml"/><Relationship Id="rId38" Type="http://schemas.openxmlformats.org/officeDocument/2006/relationships/font" Target="fonts/CenturySchoolbook-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17" name="Shape 17"/>
        <p:cNvGrpSpPr/>
        <p:nvPr/>
      </p:nvGrpSpPr>
      <p:grpSpPr>
        <a:xfrm>
          <a:off x="0" y="0"/>
          <a:ext cx="0" cy="0"/>
          <a:chOff x="0" y="0"/>
          <a:chExt cx="0" cy="0"/>
        </a:xfrm>
      </p:grpSpPr>
      <p:sp>
        <p:nvSpPr>
          <p:cNvPr id="18" name="Google Shape;18;p31"/>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1"/>
          <p:cNvSpPr txBox="1"/>
          <p:nvPr>
            <p:ph idx="1" type="subTitle"/>
          </p:nvPr>
        </p:nvSpPr>
        <p:spPr>
          <a:xfrm>
            <a:off x="2286000" y="5003322"/>
            <a:ext cx="6172200" cy="13716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SzPts val="1260"/>
              <a:buNone/>
              <a:defRPr b="1" sz="1800">
                <a:solidFill>
                  <a:schemeClr val="dk2"/>
                </a:solidFill>
              </a:defRPr>
            </a:lvl1pPr>
            <a:lvl2pPr lvl="1" algn="ctr">
              <a:spcBef>
                <a:spcPts val="360"/>
              </a:spcBef>
              <a:spcAft>
                <a:spcPts val="0"/>
              </a:spcAft>
              <a:buSzPts val="1440"/>
              <a:buNone/>
              <a:defRPr/>
            </a:lvl2pPr>
            <a:lvl3pPr lvl="2" algn="ctr">
              <a:spcBef>
                <a:spcPts val="360"/>
              </a:spcBef>
              <a:spcAft>
                <a:spcPts val="0"/>
              </a:spcAft>
              <a:buSzPts val="1080"/>
              <a:buNone/>
              <a:defRPr/>
            </a:lvl3pPr>
            <a:lvl4pPr lvl="3" algn="ctr">
              <a:spcBef>
                <a:spcPts val="360"/>
              </a:spcBef>
              <a:spcAft>
                <a:spcPts val="0"/>
              </a:spcAft>
              <a:buSzPts val="1080"/>
              <a:buNone/>
              <a:defRPr/>
            </a:lvl4pPr>
            <a:lvl5pPr lvl="4" algn="ctr">
              <a:spcBef>
                <a:spcPts val="360"/>
              </a:spcBef>
              <a:spcAft>
                <a:spcPts val="0"/>
              </a:spcAft>
              <a:buSzPts val="1224"/>
              <a:buNone/>
              <a:defRPr/>
            </a:lvl5pPr>
            <a:lvl6pPr lvl="5" algn="ctr">
              <a:spcBef>
                <a:spcPts val="360"/>
              </a:spcBef>
              <a:spcAft>
                <a:spcPts val="0"/>
              </a:spcAft>
              <a:buSzPts val="1800"/>
              <a:buNone/>
              <a:defRPr/>
            </a:lvl6pPr>
            <a:lvl7pPr lvl="6" algn="ctr">
              <a:spcBef>
                <a:spcPts val="360"/>
              </a:spcBef>
              <a:spcAft>
                <a:spcPts val="0"/>
              </a:spcAft>
              <a:buSzPts val="108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0" name="Google Shape;20;p31"/>
          <p:cNvSpPr txBox="1"/>
          <p:nvPr>
            <p:ph idx="10" type="dt"/>
          </p:nvPr>
        </p:nvSpPr>
        <p:spPr>
          <a:xfrm rot="5400000">
            <a:off x="7764621" y="1174097"/>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1"/>
          <p:cNvSpPr txBox="1"/>
          <p:nvPr>
            <p:ph idx="11" type="ftr"/>
          </p:nvPr>
        </p:nvSpPr>
        <p:spPr>
          <a:xfrm rot="5400000">
            <a:off x="7077269" y="4181669"/>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1"/>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23" name="Google Shape;23;p31"/>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24" name="Google Shape;24;p31"/>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25" name="Google Shape;25;p31"/>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26" name="Google Shape;26;p31"/>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27" name="Google Shape;27;p31"/>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28" name="Google Shape;28;p31"/>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29" name="Google Shape;29;p31"/>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30" name="Google Shape;30;p31"/>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cxnSp>
        <p:nvCxnSpPr>
          <p:cNvPr id="31" name="Google Shape;31;p31"/>
          <p:cNvCxnSpPr/>
          <p:nvPr/>
        </p:nvCxnSpPr>
        <p:spPr>
          <a:xfrm>
            <a:off x="9113856"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32" name="Google Shape;32;p31"/>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33" name="Google Shape;33;p31"/>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34" name="Google Shape;34;p31"/>
          <p:cNvSpPr/>
          <p:nvPr/>
        </p:nvSpPr>
        <p:spPr>
          <a:xfrm>
            <a:off x="1309632"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35" name="Google Shape;35;p31"/>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36" name="Google Shape;36;p31"/>
          <p:cNvSpPr/>
          <p:nvPr/>
        </p:nvSpPr>
        <p:spPr>
          <a:xfrm>
            <a:off x="1664208" y="5788152"/>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37" name="Google Shape;37;p31"/>
          <p:cNvSpPr/>
          <p:nvPr/>
        </p:nvSpPr>
        <p:spPr>
          <a:xfrm>
            <a:off x="1905000" y="4495800"/>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38" name="Google Shape;38;p31"/>
          <p:cNvSpPr txBox="1"/>
          <p:nvPr>
            <p:ph idx="12" type="sldNum"/>
          </p:nvPr>
        </p:nvSpPr>
        <p:spPr>
          <a:xfrm>
            <a:off x="1325544"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3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32"/>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2" name="Google Shape;42;p32"/>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4" name="Google Shape;44;p32"/>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45" name="Shape 45"/>
        <p:cNvGrpSpPr/>
        <p:nvPr/>
      </p:nvGrpSpPr>
      <p:grpSpPr>
        <a:xfrm>
          <a:off x="0" y="0"/>
          <a:ext cx="0" cy="0"/>
          <a:chOff x="0" y="0"/>
          <a:chExt cx="0" cy="0"/>
        </a:xfrm>
      </p:grpSpPr>
      <p:sp>
        <p:nvSpPr>
          <p:cNvPr id="46" name="Google Shape;46;p35"/>
          <p:cNvSpPr txBox="1"/>
          <p:nvPr>
            <p:ph type="title"/>
          </p:nvPr>
        </p:nvSpPr>
        <p:spPr>
          <a:xfrm>
            <a:off x="2286000" y="2895600"/>
            <a:ext cx="6172200" cy="205359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000"/>
              <a:buFont typeface="Century Schoolbook"/>
              <a:buNone/>
              <a:defRPr b="1" sz="3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5"/>
          <p:cNvSpPr txBox="1"/>
          <p:nvPr>
            <p:ph idx="1" type="body"/>
          </p:nvPr>
        </p:nvSpPr>
        <p:spPr>
          <a:xfrm>
            <a:off x="2286000" y="5010150"/>
            <a:ext cx="6172200"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600"/>
              </a:spcBef>
              <a:spcAft>
                <a:spcPts val="0"/>
              </a:spcAft>
              <a:buSzPts val="1260"/>
              <a:buNone/>
              <a:defRPr b="1" sz="1800">
                <a:solidFill>
                  <a:schemeClr val="lt2"/>
                </a:solidFill>
              </a:defRPr>
            </a:lvl1pPr>
            <a:lvl2pPr indent="-228600" lvl="1" marL="914400" algn="l">
              <a:spcBef>
                <a:spcPts val="360"/>
              </a:spcBef>
              <a:spcAft>
                <a:spcPts val="0"/>
              </a:spcAft>
              <a:buSzPts val="1440"/>
              <a:buNone/>
              <a:defRPr sz="1800">
                <a:solidFill>
                  <a:schemeClr val="lt1"/>
                </a:solidFill>
              </a:defRPr>
            </a:lvl2pPr>
            <a:lvl3pPr indent="-228600" lvl="2" marL="1371600" algn="l">
              <a:spcBef>
                <a:spcPts val="320"/>
              </a:spcBef>
              <a:spcAft>
                <a:spcPts val="0"/>
              </a:spcAft>
              <a:buSzPts val="960"/>
              <a:buNone/>
              <a:defRPr sz="1600">
                <a:solidFill>
                  <a:schemeClr val="lt1"/>
                </a:solidFill>
              </a:defRPr>
            </a:lvl3pPr>
            <a:lvl4pPr indent="-228600" lvl="3" marL="1828800" algn="l">
              <a:spcBef>
                <a:spcPts val="280"/>
              </a:spcBef>
              <a:spcAft>
                <a:spcPts val="0"/>
              </a:spcAft>
              <a:buSzPts val="840"/>
              <a:buNone/>
              <a:defRPr sz="1400">
                <a:solidFill>
                  <a:schemeClr val="lt1"/>
                </a:solidFill>
              </a:defRPr>
            </a:lvl4pPr>
            <a:lvl5pPr indent="-228600" lvl="4" marL="2286000" algn="l">
              <a:spcBef>
                <a:spcPts val="280"/>
              </a:spcBef>
              <a:spcAft>
                <a:spcPts val="0"/>
              </a:spcAft>
              <a:buSzPts val="952"/>
              <a:buNone/>
              <a:defRPr sz="1400">
                <a:solidFill>
                  <a:schemeClr val="lt1"/>
                </a:solidFill>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8" name="Google Shape;48;p35"/>
          <p:cNvSpPr txBox="1"/>
          <p:nvPr>
            <p:ph idx="10" type="dt"/>
          </p:nvPr>
        </p:nvSpPr>
        <p:spPr>
          <a:xfrm rot="5400000">
            <a:off x="7763256" y="1170432"/>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5"/>
          <p:cNvSpPr txBox="1"/>
          <p:nvPr>
            <p:ph idx="11" type="ftr"/>
          </p:nvPr>
        </p:nvSpPr>
        <p:spPr>
          <a:xfrm rot="5400000">
            <a:off x="7077456" y="4178808"/>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5"/>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51" name="Google Shape;51;p35"/>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52" name="Google Shape;52;p35"/>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53" name="Google Shape;53;p35"/>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54" name="Google Shape;54;p35"/>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55" name="Google Shape;55;p35"/>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56" name="Google Shape;56;p35"/>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57" name="Google Shape;57;p35"/>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58" name="Google Shape;58;p35"/>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sp>
        <p:nvSpPr>
          <p:cNvPr id="59" name="Google Shape;59;p35"/>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60" name="Google Shape;60;p35"/>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61" name="Google Shape;61;p35"/>
          <p:cNvSpPr/>
          <p:nvPr/>
        </p:nvSpPr>
        <p:spPr>
          <a:xfrm>
            <a:off x="1324704"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62" name="Google Shape;62;p35"/>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63" name="Google Shape;63;p35"/>
          <p:cNvSpPr/>
          <p:nvPr/>
        </p:nvSpPr>
        <p:spPr>
          <a:xfrm>
            <a:off x="1664208" y="5791200"/>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64" name="Google Shape;64;p35"/>
          <p:cNvSpPr/>
          <p:nvPr/>
        </p:nvSpPr>
        <p:spPr>
          <a:xfrm>
            <a:off x="1879040" y="4479888"/>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65" name="Google Shape;65;p35"/>
          <p:cNvCxnSpPr/>
          <p:nvPr/>
        </p:nvCxnSpPr>
        <p:spPr>
          <a:xfrm>
            <a:off x="9097944"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66" name="Google Shape;66;p35"/>
          <p:cNvSpPr txBox="1"/>
          <p:nvPr>
            <p:ph idx="12" type="sldNum"/>
          </p:nvPr>
        </p:nvSpPr>
        <p:spPr>
          <a:xfrm>
            <a:off x="1340616"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3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36"/>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6"/>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2" name="Google Shape;72;p36"/>
          <p:cNvSpPr txBox="1"/>
          <p:nvPr>
            <p:ph idx="1" type="body"/>
          </p:nvPr>
        </p:nvSpPr>
        <p:spPr>
          <a:xfrm>
            <a:off x="457200"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3" name="Google Shape;73;p36"/>
          <p:cNvSpPr txBox="1"/>
          <p:nvPr>
            <p:ph idx="2" type="body"/>
          </p:nvPr>
        </p:nvSpPr>
        <p:spPr>
          <a:xfrm>
            <a:off x="4270248"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4" name="Shape 74"/>
        <p:cNvGrpSpPr/>
        <p:nvPr/>
      </p:nvGrpSpPr>
      <p:grpSpPr>
        <a:xfrm>
          <a:off x="0" y="0"/>
          <a:ext cx="0" cy="0"/>
          <a:chOff x="0" y="0"/>
          <a:chExt cx="0" cy="0"/>
        </a:xfrm>
      </p:grpSpPr>
      <p:sp>
        <p:nvSpPr>
          <p:cNvPr id="75" name="Google Shape;75;p37"/>
          <p:cNvSpPr txBox="1"/>
          <p:nvPr>
            <p:ph type="title"/>
          </p:nvPr>
        </p:nvSpPr>
        <p:spPr>
          <a:xfrm>
            <a:off x="457200" y="273050"/>
            <a:ext cx="75438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7"/>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7"/>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9" name="Google Shape;79;p37"/>
          <p:cNvSpPr txBox="1"/>
          <p:nvPr>
            <p:ph idx="1" type="body"/>
          </p:nvPr>
        </p:nvSpPr>
        <p:spPr>
          <a:xfrm>
            <a:off x="457200"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0" name="Google Shape;80;p37"/>
          <p:cNvSpPr txBox="1"/>
          <p:nvPr>
            <p:ph idx="2" type="body"/>
          </p:nvPr>
        </p:nvSpPr>
        <p:spPr>
          <a:xfrm>
            <a:off x="4371975"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1" name="Google Shape;81;p37"/>
          <p:cNvSpPr/>
          <p:nvPr>
            <p:ph idx="3" type="body"/>
          </p:nvPr>
        </p:nvSpPr>
        <p:spPr>
          <a:xfrm>
            <a:off x="4572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2" name="Google Shape;82;p37"/>
          <p:cNvSpPr/>
          <p:nvPr>
            <p:ph idx="4" type="body"/>
          </p:nvPr>
        </p:nvSpPr>
        <p:spPr>
          <a:xfrm>
            <a:off x="43434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3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38"/>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7" name="Google Shape;87;p38"/>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8" name="Shape 88"/>
        <p:cNvGrpSpPr/>
        <p:nvPr/>
      </p:nvGrpSpPr>
      <p:grpSpPr>
        <a:xfrm>
          <a:off x="0" y="0"/>
          <a:ext cx="0" cy="0"/>
          <a:chOff x="0" y="0"/>
          <a:chExt cx="0" cy="0"/>
        </a:xfrm>
      </p:grpSpPr>
      <p:sp>
        <p:nvSpPr>
          <p:cNvPr id="89" name="Google Shape;89;p39"/>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9"/>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3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solidFill>
          <a:schemeClr val="lt1"/>
        </a:solidFill>
      </p:bgPr>
    </p:bg>
    <p:spTree>
      <p:nvGrpSpPr>
        <p:cNvPr id="92" name="Shape 92"/>
        <p:cNvGrpSpPr/>
        <p:nvPr/>
      </p:nvGrpSpPr>
      <p:grpSpPr>
        <a:xfrm>
          <a:off x="0" y="0"/>
          <a:ext cx="0" cy="0"/>
          <a:chOff x="0" y="0"/>
          <a:chExt cx="0" cy="0"/>
        </a:xfrm>
      </p:grpSpPr>
      <p:cxnSp>
        <p:nvCxnSpPr>
          <p:cNvPr id="93" name="Google Shape;93;p40"/>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94" name="Google Shape;94;p40"/>
          <p:cNvSpPr txBox="1"/>
          <p:nvPr>
            <p:ph type="title"/>
          </p:nvPr>
        </p:nvSpPr>
        <p:spPr>
          <a:xfrm rot="5400000">
            <a:off x="3371850"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40"/>
          <p:cNvSpPr txBox="1"/>
          <p:nvPr>
            <p:ph idx="1" type="body"/>
          </p:nvPr>
        </p:nvSpPr>
        <p:spPr>
          <a:xfrm>
            <a:off x="6812280" y="274320"/>
            <a:ext cx="1527048" cy="498348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840"/>
              <a:buNone/>
              <a:defRPr sz="1200"/>
            </a:lvl1pPr>
            <a:lvl2pPr indent="-228600" lvl="1" marL="914400" algn="l">
              <a:spcBef>
                <a:spcPts val="1000"/>
              </a:spcBef>
              <a:spcAft>
                <a:spcPts val="0"/>
              </a:spcAft>
              <a:buSzPts val="960"/>
              <a:buNone/>
              <a:defRPr sz="1200"/>
            </a:lvl2pPr>
            <a:lvl3pPr indent="-228600" lvl="2" marL="1371600" algn="l">
              <a:spcBef>
                <a:spcPts val="200"/>
              </a:spcBef>
              <a:spcAft>
                <a:spcPts val="0"/>
              </a:spcAft>
              <a:buSzPts val="60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SzPts val="612"/>
              <a:buNone/>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96" name="Google Shape;96;p40"/>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97" name="Google Shape;97;p40"/>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cxnSp>
        <p:nvCxnSpPr>
          <p:cNvPr id="98" name="Google Shape;98;p40"/>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99" name="Google Shape;99;p40"/>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100" name="Google Shape;100;p40"/>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01" name="Google Shape;101;p40"/>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02" name="Google Shape;102;p40"/>
          <p:cNvSpPr txBox="1"/>
          <p:nvPr>
            <p:ph idx="2" type="body"/>
          </p:nvPr>
        </p:nvSpPr>
        <p:spPr>
          <a:xfrm>
            <a:off x="304800" y="274320"/>
            <a:ext cx="5638800" cy="6327648"/>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3" name="Google Shape;103;p40"/>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4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05" name="Google Shape;105;p40"/>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6" name="Shape 106"/>
        <p:cNvGrpSpPr/>
        <p:nvPr/>
      </p:nvGrpSpPr>
      <p:grpSpPr>
        <a:xfrm>
          <a:off x="0" y="0"/>
          <a:ext cx="0" cy="0"/>
          <a:chOff x="0" y="0"/>
          <a:chExt cx="0" cy="0"/>
        </a:xfrm>
      </p:grpSpPr>
      <p:cxnSp>
        <p:nvCxnSpPr>
          <p:cNvPr id="107" name="Google Shape;107;p41"/>
          <p:cNvCxnSpPr/>
          <p:nvPr/>
        </p:nvCxnSpPr>
        <p:spPr>
          <a:xfrm>
            <a:off x="8763000" y="0"/>
            <a:ext cx="0" cy="6858000"/>
          </a:xfrm>
          <a:prstGeom prst="straightConnector1">
            <a:avLst/>
          </a:prstGeom>
          <a:noFill/>
          <a:ln cap="flat" cmpd="sng" w="38100">
            <a:solidFill>
              <a:srgbClr val="FEC2AC"/>
            </a:solidFill>
            <a:prstDash val="solid"/>
            <a:round/>
            <a:headEnd len="sm" w="sm" type="none"/>
            <a:tailEnd len="sm" w="sm" type="none"/>
          </a:ln>
        </p:spPr>
      </p:cxnSp>
      <p:sp>
        <p:nvSpPr>
          <p:cNvPr id="108" name="Google Shape;108;p41"/>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09" name="Google Shape;109;p41"/>
          <p:cNvSpPr txBox="1"/>
          <p:nvPr>
            <p:ph type="title"/>
          </p:nvPr>
        </p:nvSpPr>
        <p:spPr>
          <a:xfrm rot="5400000">
            <a:off x="3350133"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41"/>
          <p:cNvSpPr/>
          <p:nvPr>
            <p:ph idx="2" type="pic"/>
          </p:nvPr>
        </p:nvSpPr>
        <p:spPr>
          <a:xfrm>
            <a:off x="0" y="0"/>
            <a:ext cx="6172200" cy="6858000"/>
          </a:xfrm>
          <a:prstGeom prst="rect">
            <a:avLst/>
          </a:prstGeom>
          <a:solidFill>
            <a:schemeClr val="lt2"/>
          </a:solidFill>
          <a:ln>
            <a:noFill/>
          </a:ln>
        </p:spPr>
      </p:sp>
      <p:sp>
        <p:nvSpPr>
          <p:cNvPr id="111" name="Google Shape;111;p41"/>
          <p:cNvSpPr txBox="1"/>
          <p:nvPr>
            <p:ph idx="1" type="body"/>
          </p:nvPr>
        </p:nvSpPr>
        <p:spPr>
          <a:xfrm>
            <a:off x="6765798" y="264795"/>
            <a:ext cx="1524000" cy="4956048"/>
          </a:xfrm>
          <a:prstGeom prst="rect">
            <a:avLst/>
          </a:prstGeom>
          <a:noFill/>
          <a:ln>
            <a:noFill/>
          </a:ln>
        </p:spPr>
        <p:txBody>
          <a:bodyPr anchorCtr="0" anchor="t" bIns="45700" lIns="91425" spcFirstLastPara="1" rIns="91425" wrap="square" tIns="45700">
            <a:normAutofit/>
          </a:bodyPr>
          <a:lstStyle>
            <a:lvl1pPr indent="-228600" lvl="0" marL="457200" algn="l">
              <a:spcBef>
                <a:spcPts val="100"/>
              </a:spcBef>
              <a:spcAft>
                <a:spcPts val="0"/>
              </a:spcAft>
              <a:buSzPts val="840"/>
              <a:buFont typeface="Century Schoolbook"/>
              <a:buNone/>
              <a:defRPr sz="1200"/>
            </a:lvl1pPr>
            <a:lvl2pPr indent="-289560" lvl="1" marL="914400" algn="l">
              <a:spcBef>
                <a:spcPts val="400"/>
              </a:spcBef>
              <a:spcAft>
                <a:spcPts val="0"/>
              </a:spcAft>
              <a:buSzPts val="960"/>
              <a:buChar char="⚫"/>
              <a:defRPr sz="1200"/>
            </a:lvl2pPr>
            <a:lvl3pPr indent="-266700" lvl="2" marL="1371600" algn="l">
              <a:spcBef>
                <a:spcPts val="200"/>
              </a:spcBef>
              <a:spcAft>
                <a:spcPts val="0"/>
              </a:spcAft>
              <a:buSzPts val="600"/>
              <a:buChar char="🞆"/>
              <a:defRPr sz="1000"/>
            </a:lvl3pPr>
            <a:lvl4pPr indent="-262889" lvl="3" marL="1828800" algn="l">
              <a:spcBef>
                <a:spcPts val="180"/>
              </a:spcBef>
              <a:spcAft>
                <a:spcPts val="0"/>
              </a:spcAft>
              <a:buSzPts val="540"/>
              <a:buChar char="🞆"/>
              <a:defRPr sz="900"/>
            </a:lvl4pPr>
            <a:lvl5pPr indent="-267461" lvl="4" marL="2286000" algn="l">
              <a:spcBef>
                <a:spcPts val="180"/>
              </a:spcBef>
              <a:spcAft>
                <a:spcPts val="0"/>
              </a:spcAft>
              <a:buSzPts val="612"/>
              <a:buChar char="⚫"/>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112" name="Google Shape;112;p41"/>
          <p:cNvCxnSpPr/>
          <p:nvPr/>
        </p:nvCxnSpPr>
        <p:spPr>
          <a:xfrm>
            <a:off x="8991600" y="0"/>
            <a:ext cx="0" cy="6858000"/>
          </a:xfrm>
          <a:prstGeom prst="straightConnector1">
            <a:avLst/>
          </a:prstGeom>
          <a:noFill/>
          <a:ln cap="flat" cmpd="sng" w="9525">
            <a:solidFill>
              <a:schemeClr val="dk1"/>
            </a:solidFill>
            <a:prstDash val="solid"/>
            <a:round/>
            <a:headEnd len="sm" w="sm" type="none"/>
            <a:tailEnd len="sm" w="sm" type="none"/>
          </a:ln>
        </p:spPr>
      </p:cxnSp>
      <p:sp>
        <p:nvSpPr>
          <p:cNvPr id="113" name="Google Shape;113;p41"/>
          <p:cNvSpPr/>
          <p:nvPr/>
        </p:nvSpPr>
        <p:spPr>
          <a:xfrm>
            <a:off x="8839200" y="0"/>
            <a:ext cx="304800" cy="6858000"/>
          </a:xfrm>
          <a:prstGeom prst="rect">
            <a:avLst/>
          </a:prstGeom>
          <a:solidFill>
            <a:srgbClr val="FEC2A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114" name="Google Shape;114;p41"/>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cxnSp>
        <p:nvCxnSpPr>
          <p:cNvPr id="115" name="Google Shape;115;p41"/>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116" name="Google Shape;116;p41"/>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sp>
        <p:nvSpPr>
          <p:cNvPr id="117" name="Google Shape;117;p41"/>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4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19" name="Google Shape;119;p41"/>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0" name="Shape 120"/>
        <p:cNvGrpSpPr/>
        <p:nvPr/>
      </p:nvGrpSpPr>
      <p:grpSpPr>
        <a:xfrm>
          <a:off x="0" y="0"/>
          <a:ext cx="0" cy="0"/>
          <a:chOff x="0" y="0"/>
          <a:chExt cx="0" cy="0"/>
        </a:xfrm>
      </p:grpSpPr>
      <p:sp>
        <p:nvSpPr>
          <p:cNvPr id="121" name="Google Shape;121;p4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42"/>
          <p:cNvSpPr txBox="1"/>
          <p:nvPr>
            <p:ph idx="1" type="body"/>
          </p:nvPr>
        </p:nvSpPr>
        <p:spPr>
          <a:xfrm rot="5400000">
            <a:off x="1754124" y="303276"/>
            <a:ext cx="4873752" cy="74676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3" name="Google Shape;123;p42"/>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42"/>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4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6" name="Shape 126"/>
        <p:cNvGrpSpPr/>
        <p:nvPr/>
      </p:nvGrpSpPr>
      <p:grpSpPr>
        <a:xfrm>
          <a:off x="0" y="0"/>
          <a:ext cx="0" cy="0"/>
          <a:chOff x="0" y="0"/>
          <a:chExt cx="0" cy="0"/>
        </a:xfrm>
      </p:grpSpPr>
      <p:sp>
        <p:nvSpPr>
          <p:cNvPr id="127" name="Google Shape;127;p43"/>
          <p:cNvSpPr txBox="1"/>
          <p:nvPr>
            <p:ph type="title"/>
          </p:nvPr>
        </p:nvSpPr>
        <p:spPr>
          <a:xfrm rot="5400000">
            <a:off x="4541838" y="2362202"/>
            <a:ext cx="5851525" cy="1676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4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9" name="Google Shape;129;p43"/>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43"/>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4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4" name="Shape 144"/>
        <p:cNvGrpSpPr/>
        <p:nvPr/>
      </p:nvGrpSpPr>
      <p:grpSpPr>
        <a:xfrm>
          <a:off x="0" y="0"/>
          <a:ext cx="0" cy="0"/>
          <a:chOff x="0" y="0"/>
          <a:chExt cx="0" cy="0"/>
        </a:xfrm>
      </p:grpSpPr>
      <p:sp>
        <p:nvSpPr>
          <p:cNvPr id="145" name="Google Shape;145;p3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34"/>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47" name="Google Shape;147;p34"/>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3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49" name="Google Shape;149;p34"/>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150" name="Shape 150"/>
        <p:cNvGrpSpPr/>
        <p:nvPr/>
      </p:nvGrpSpPr>
      <p:grpSpPr>
        <a:xfrm>
          <a:off x="0" y="0"/>
          <a:ext cx="0" cy="0"/>
          <a:chOff x="0" y="0"/>
          <a:chExt cx="0" cy="0"/>
        </a:xfrm>
      </p:grpSpPr>
      <p:sp>
        <p:nvSpPr>
          <p:cNvPr id="151" name="Google Shape;151;p44"/>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44"/>
          <p:cNvSpPr txBox="1"/>
          <p:nvPr>
            <p:ph idx="1" type="subTitle"/>
          </p:nvPr>
        </p:nvSpPr>
        <p:spPr>
          <a:xfrm>
            <a:off x="2286000" y="5003322"/>
            <a:ext cx="6172200" cy="13716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SzPts val="1260"/>
              <a:buNone/>
              <a:defRPr b="1" sz="1800">
                <a:solidFill>
                  <a:schemeClr val="dk2"/>
                </a:solidFill>
              </a:defRPr>
            </a:lvl1pPr>
            <a:lvl2pPr lvl="1" algn="ctr">
              <a:spcBef>
                <a:spcPts val="360"/>
              </a:spcBef>
              <a:spcAft>
                <a:spcPts val="0"/>
              </a:spcAft>
              <a:buSzPts val="1440"/>
              <a:buNone/>
              <a:defRPr/>
            </a:lvl2pPr>
            <a:lvl3pPr lvl="2" algn="ctr">
              <a:spcBef>
                <a:spcPts val="360"/>
              </a:spcBef>
              <a:spcAft>
                <a:spcPts val="0"/>
              </a:spcAft>
              <a:buSzPts val="1080"/>
              <a:buNone/>
              <a:defRPr/>
            </a:lvl3pPr>
            <a:lvl4pPr lvl="3" algn="ctr">
              <a:spcBef>
                <a:spcPts val="360"/>
              </a:spcBef>
              <a:spcAft>
                <a:spcPts val="0"/>
              </a:spcAft>
              <a:buSzPts val="1080"/>
              <a:buNone/>
              <a:defRPr/>
            </a:lvl4pPr>
            <a:lvl5pPr lvl="4" algn="ctr">
              <a:spcBef>
                <a:spcPts val="360"/>
              </a:spcBef>
              <a:spcAft>
                <a:spcPts val="0"/>
              </a:spcAft>
              <a:buSzPts val="1224"/>
              <a:buNone/>
              <a:defRPr/>
            </a:lvl5pPr>
            <a:lvl6pPr lvl="5" algn="ctr">
              <a:spcBef>
                <a:spcPts val="360"/>
              </a:spcBef>
              <a:spcAft>
                <a:spcPts val="0"/>
              </a:spcAft>
              <a:buSzPts val="1800"/>
              <a:buNone/>
              <a:defRPr/>
            </a:lvl6pPr>
            <a:lvl7pPr lvl="6" algn="ctr">
              <a:spcBef>
                <a:spcPts val="360"/>
              </a:spcBef>
              <a:spcAft>
                <a:spcPts val="0"/>
              </a:spcAft>
              <a:buSzPts val="108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153" name="Google Shape;153;p44"/>
          <p:cNvSpPr txBox="1"/>
          <p:nvPr>
            <p:ph idx="10" type="dt"/>
          </p:nvPr>
        </p:nvSpPr>
        <p:spPr>
          <a:xfrm rot="5400000">
            <a:off x="7764621" y="1174097"/>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44"/>
          <p:cNvSpPr txBox="1"/>
          <p:nvPr>
            <p:ph idx="11" type="ftr"/>
          </p:nvPr>
        </p:nvSpPr>
        <p:spPr>
          <a:xfrm rot="5400000">
            <a:off x="7077269" y="4181669"/>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44"/>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56" name="Google Shape;156;p44"/>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57" name="Google Shape;157;p44"/>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58" name="Google Shape;158;p44"/>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159" name="Google Shape;159;p44"/>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160" name="Google Shape;160;p44"/>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161" name="Google Shape;161;p44"/>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162" name="Google Shape;162;p44"/>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163" name="Google Shape;163;p44"/>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cxnSp>
        <p:nvCxnSpPr>
          <p:cNvPr id="164" name="Google Shape;164;p44"/>
          <p:cNvCxnSpPr/>
          <p:nvPr/>
        </p:nvCxnSpPr>
        <p:spPr>
          <a:xfrm>
            <a:off x="9113856"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165" name="Google Shape;165;p44"/>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66" name="Google Shape;166;p44"/>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67" name="Google Shape;167;p44"/>
          <p:cNvSpPr/>
          <p:nvPr/>
        </p:nvSpPr>
        <p:spPr>
          <a:xfrm>
            <a:off x="1309632"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68" name="Google Shape;168;p44"/>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69" name="Google Shape;169;p44"/>
          <p:cNvSpPr/>
          <p:nvPr/>
        </p:nvSpPr>
        <p:spPr>
          <a:xfrm>
            <a:off x="1664208" y="5788152"/>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70" name="Google Shape;170;p44"/>
          <p:cNvSpPr/>
          <p:nvPr/>
        </p:nvSpPr>
        <p:spPr>
          <a:xfrm>
            <a:off x="1905000" y="4495800"/>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71" name="Google Shape;171;p44"/>
          <p:cNvSpPr txBox="1"/>
          <p:nvPr>
            <p:ph idx="12" type="sldNum"/>
          </p:nvPr>
        </p:nvSpPr>
        <p:spPr>
          <a:xfrm>
            <a:off x="1325544"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172" name="Shape 172"/>
        <p:cNvGrpSpPr/>
        <p:nvPr/>
      </p:nvGrpSpPr>
      <p:grpSpPr>
        <a:xfrm>
          <a:off x="0" y="0"/>
          <a:ext cx="0" cy="0"/>
          <a:chOff x="0" y="0"/>
          <a:chExt cx="0" cy="0"/>
        </a:xfrm>
      </p:grpSpPr>
      <p:sp>
        <p:nvSpPr>
          <p:cNvPr id="173" name="Google Shape;173;p45"/>
          <p:cNvSpPr txBox="1"/>
          <p:nvPr>
            <p:ph type="title"/>
          </p:nvPr>
        </p:nvSpPr>
        <p:spPr>
          <a:xfrm>
            <a:off x="2286000" y="2895600"/>
            <a:ext cx="6172200" cy="205359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000"/>
              <a:buFont typeface="Century Schoolbook"/>
              <a:buNone/>
              <a:defRPr b="1" sz="3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45"/>
          <p:cNvSpPr txBox="1"/>
          <p:nvPr>
            <p:ph idx="1" type="body"/>
          </p:nvPr>
        </p:nvSpPr>
        <p:spPr>
          <a:xfrm>
            <a:off x="2286000" y="5010150"/>
            <a:ext cx="6172200"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600"/>
              </a:spcBef>
              <a:spcAft>
                <a:spcPts val="0"/>
              </a:spcAft>
              <a:buSzPts val="1260"/>
              <a:buNone/>
              <a:defRPr b="1" sz="1800">
                <a:solidFill>
                  <a:schemeClr val="lt2"/>
                </a:solidFill>
              </a:defRPr>
            </a:lvl1pPr>
            <a:lvl2pPr indent="-228600" lvl="1" marL="914400" algn="l">
              <a:spcBef>
                <a:spcPts val="360"/>
              </a:spcBef>
              <a:spcAft>
                <a:spcPts val="0"/>
              </a:spcAft>
              <a:buSzPts val="1440"/>
              <a:buNone/>
              <a:defRPr sz="1800">
                <a:solidFill>
                  <a:schemeClr val="lt1"/>
                </a:solidFill>
              </a:defRPr>
            </a:lvl2pPr>
            <a:lvl3pPr indent="-228600" lvl="2" marL="1371600" algn="l">
              <a:spcBef>
                <a:spcPts val="320"/>
              </a:spcBef>
              <a:spcAft>
                <a:spcPts val="0"/>
              </a:spcAft>
              <a:buSzPts val="960"/>
              <a:buNone/>
              <a:defRPr sz="1600">
                <a:solidFill>
                  <a:schemeClr val="lt1"/>
                </a:solidFill>
              </a:defRPr>
            </a:lvl3pPr>
            <a:lvl4pPr indent="-228600" lvl="3" marL="1828800" algn="l">
              <a:spcBef>
                <a:spcPts val="280"/>
              </a:spcBef>
              <a:spcAft>
                <a:spcPts val="0"/>
              </a:spcAft>
              <a:buSzPts val="840"/>
              <a:buNone/>
              <a:defRPr sz="1400">
                <a:solidFill>
                  <a:schemeClr val="lt1"/>
                </a:solidFill>
              </a:defRPr>
            </a:lvl4pPr>
            <a:lvl5pPr indent="-228600" lvl="4" marL="2286000" algn="l">
              <a:spcBef>
                <a:spcPts val="280"/>
              </a:spcBef>
              <a:spcAft>
                <a:spcPts val="0"/>
              </a:spcAft>
              <a:buSzPts val="952"/>
              <a:buNone/>
              <a:defRPr sz="1400">
                <a:solidFill>
                  <a:schemeClr val="lt1"/>
                </a:solidFill>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75" name="Google Shape;175;p45"/>
          <p:cNvSpPr txBox="1"/>
          <p:nvPr>
            <p:ph idx="10" type="dt"/>
          </p:nvPr>
        </p:nvSpPr>
        <p:spPr>
          <a:xfrm rot="5400000">
            <a:off x="7763256" y="1170432"/>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45"/>
          <p:cNvSpPr txBox="1"/>
          <p:nvPr>
            <p:ph idx="11" type="ftr"/>
          </p:nvPr>
        </p:nvSpPr>
        <p:spPr>
          <a:xfrm rot="5400000">
            <a:off x="7077456" y="4178808"/>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45"/>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78" name="Google Shape;178;p45"/>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79" name="Google Shape;179;p45"/>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80" name="Google Shape;180;p45"/>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181" name="Google Shape;181;p45"/>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182" name="Google Shape;182;p45"/>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183" name="Google Shape;183;p45"/>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184" name="Google Shape;184;p45"/>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185" name="Google Shape;185;p45"/>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sp>
        <p:nvSpPr>
          <p:cNvPr id="186" name="Google Shape;186;p45"/>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87" name="Google Shape;187;p45"/>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88" name="Google Shape;188;p45"/>
          <p:cNvSpPr/>
          <p:nvPr/>
        </p:nvSpPr>
        <p:spPr>
          <a:xfrm>
            <a:off x="1324704"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89" name="Google Shape;189;p45"/>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90" name="Google Shape;190;p45"/>
          <p:cNvSpPr/>
          <p:nvPr/>
        </p:nvSpPr>
        <p:spPr>
          <a:xfrm>
            <a:off x="1664208" y="5791200"/>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91" name="Google Shape;191;p45"/>
          <p:cNvSpPr/>
          <p:nvPr/>
        </p:nvSpPr>
        <p:spPr>
          <a:xfrm>
            <a:off x="1879040" y="4479888"/>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192" name="Google Shape;192;p45"/>
          <p:cNvCxnSpPr/>
          <p:nvPr/>
        </p:nvCxnSpPr>
        <p:spPr>
          <a:xfrm>
            <a:off x="9097944"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193" name="Google Shape;193;p45"/>
          <p:cNvSpPr txBox="1"/>
          <p:nvPr>
            <p:ph idx="12" type="sldNum"/>
          </p:nvPr>
        </p:nvSpPr>
        <p:spPr>
          <a:xfrm>
            <a:off x="1340616"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94" name="Shape 194"/>
        <p:cNvGrpSpPr/>
        <p:nvPr/>
      </p:nvGrpSpPr>
      <p:grpSpPr>
        <a:xfrm>
          <a:off x="0" y="0"/>
          <a:ext cx="0" cy="0"/>
          <a:chOff x="0" y="0"/>
          <a:chExt cx="0" cy="0"/>
        </a:xfrm>
      </p:grpSpPr>
      <p:sp>
        <p:nvSpPr>
          <p:cNvPr id="195" name="Google Shape;195;p4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 name="Google Shape;196;p46"/>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46"/>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4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99" name="Google Shape;199;p46"/>
          <p:cNvSpPr txBox="1"/>
          <p:nvPr>
            <p:ph idx="1" type="body"/>
          </p:nvPr>
        </p:nvSpPr>
        <p:spPr>
          <a:xfrm>
            <a:off x="457200"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00" name="Google Shape;200;p46"/>
          <p:cNvSpPr txBox="1"/>
          <p:nvPr>
            <p:ph idx="2" type="body"/>
          </p:nvPr>
        </p:nvSpPr>
        <p:spPr>
          <a:xfrm>
            <a:off x="4270248"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1" name="Shape 201"/>
        <p:cNvGrpSpPr/>
        <p:nvPr/>
      </p:nvGrpSpPr>
      <p:grpSpPr>
        <a:xfrm>
          <a:off x="0" y="0"/>
          <a:ext cx="0" cy="0"/>
          <a:chOff x="0" y="0"/>
          <a:chExt cx="0" cy="0"/>
        </a:xfrm>
      </p:grpSpPr>
      <p:sp>
        <p:nvSpPr>
          <p:cNvPr id="202" name="Google Shape;202;p47"/>
          <p:cNvSpPr txBox="1"/>
          <p:nvPr>
            <p:ph type="title"/>
          </p:nvPr>
        </p:nvSpPr>
        <p:spPr>
          <a:xfrm>
            <a:off x="457200" y="273050"/>
            <a:ext cx="75438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47"/>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47"/>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4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06" name="Google Shape;206;p47"/>
          <p:cNvSpPr txBox="1"/>
          <p:nvPr>
            <p:ph idx="1" type="body"/>
          </p:nvPr>
        </p:nvSpPr>
        <p:spPr>
          <a:xfrm>
            <a:off x="457200"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07" name="Google Shape;207;p47"/>
          <p:cNvSpPr txBox="1"/>
          <p:nvPr>
            <p:ph idx="2" type="body"/>
          </p:nvPr>
        </p:nvSpPr>
        <p:spPr>
          <a:xfrm>
            <a:off x="4371975"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08" name="Google Shape;208;p47"/>
          <p:cNvSpPr/>
          <p:nvPr>
            <p:ph idx="3" type="body"/>
          </p:nvPr>
        </p:nvSpPr>
        <p:spPr>
          <a:xfrm>
            <a:off x="4572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09" name="Google Shape;209;p47"/>
          <p:cNvSpPr/>
          <p:nvPr>
            <p:ph idx="4" type="body"/>
          </p:nvPr>
        </p:nvSpPr>
        <p:spPr>
          <a:xfrm>
            <a:off x="43434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0" name="Shape 210"/>
        <p:cNvGrpSpPr/>
        <p:nvPr/>
      </p:nvGrpSpPr>
      <p:grpSpPr>
        <a:xfrm>
          <a:off x="0" y="0"/>
          <a:ext cx="0" cy="0"/>
          <a:chOff x="0" y="0"/>
          <a:chExt cx="0" cy="0"/>
        </a:xfrm>
      </p:grpSpPr>
      <p:sp>
        <p:nvSpPr>
          <p:cNvPr id="211" name="Google Shape;211;p4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48"/>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3" name="Google Shape;213;p4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14" name="Google Shape;214;p48"/>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5" name="Shape 215"/>
        <p:cNvGrpSpPr/>
        <p:nvPr/>
      </p:nvGrpSpPr>
      <p:grpSpPr>
        <a:xfrm>
          <a:off x="0" y="0"/>
          <a:ext cx="0" cy="0"/>
          <a:chOff x="0" y="0"/>
          <a:chExt cx="0" cy="0"/>
        </a:xfrm>
      </p:grpSpPr>
      <p:sp>
        <p:nvSpPr>
          <p:cNvPr id="216" name="Google Shape;216;p49"/>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49"/>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4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solidFill>
          <a:schemeClr val="lt1"/>
        </a:solidFill>
      </p:bgPr>
    </p:bg>
    <p:spTree>
      <p:nvGrpSpPr>
        <p:cNvPr id="219" name="Shape 219"/>
        <p:cNvGrpSpPr/>
        <p:nvPr/>
      </p:nvGrpSpPr>
      <p:grpSpPr>
        <a:xfrm>
          <a:off x="0" y="0"/>
          <a:ext cx="0" cy="0"/>
          <a:chOff x="0" y="0"/>
          <a:chExt cx="0" cy="0"/>
        </a:xfrm>
      </p:grpSpPr>
      <p:cxnSp>
        <p:nvCxnSpPr>
          <p:cNvPr id="220" name="Google Shape;220;p50"/>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221" name="Google Shape;221;p50"/>
          <p:cNvSpPr txBox="1"/>
          <p:nvPr>
            <p:ph type="title"/>
          </p:nvPr>
        </p:nvSpPr>
        <p:spPr>
          <a:xfrm rot="5400000">
            <a:off x="3371850"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2" name="Google Shape;222;p50"/>
          <p:cNvSpPr txBox="1"/>
          <p:nvPr>
            <p:ph idx="1" type="body"/>
          </p:nvPr>
        </p:nvSpPr>
        <p:spPr>
          <a:xfrm>
            <a:off x="6812280" y="274320"/>
            <a:ext cx="1527048" cy="498348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840"/>
              <a:buNone/>
              <a:defRPr sz="1200"/>
            </a:lvl1pPr>
            <a:lvl2pPr indent="-228600" lvl="1" marL="914400" algn="l">
              <a:spcBef>
                <a:spcPts val="1000"/>
              </a:spcBef>
              <a:spcAft>
                <a:spcPts val="0"/>
              </a:spcAft>
              <a:buSzPts val="960"/>
              <a:buNone/>
              <a:defRPr sz="1200"/>
            </a:lvl2pPr>
            <a:lvl3pPr indent="-228600" lvl="2" marL="1371600" algn="l">
              <a:spcBef>
                <a:spcPts val="200"/>
              </a:spcBef>
              <a:spcAft>
                <a:spcPts val="0"/>
              </a:spcAft>
              <a:buSzPts val="60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SzPts val="612"/>
              <a:buNone/>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223" name="Google Shape;223;p50"/>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224" name="Google Shape;224;p50"/>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cxnSp>
        <p:nvCxnSpPr>
          <p:cNvPr id="225" name="Google Shape;225;p50"/>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226" name="Google Shape;226;p50"/>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227" name="Google Shape;227;p50"/>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228" name="Google Shape;228;p50"/>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229" name="Google Shape;229;p50"/>
          <p:cNvSpPr txBox="1"/>
          <p:nvPr>
            <p:ph idx="2" type="body"/>
          </p:nvPr>
        </p:nvSpPr>
        <p:spPr>
          <a:xfrm>
            <a:off x="304800" y="274320"/>
            <a:ext cx="5638800" cy="6327648"/>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30" name="Google Shape;230;p50"/>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5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32" name="Google Shape;232;p50"/>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233" name="Shape 233"/>
        <p:cNvGrpSpPr/>
        <p:nvPr/>
      </p:nvGrpSpPr>
      <p:grpSpPr>
        <a:xfrm>
          <a:off x="0" y="0"/>
          <a:ext cx="0" cy="0"/>
          <a:chOff x="0" y="0"/>
          <a:chExt cx="0" cy="0"/>
        </a:xfrm>
      </p:grpSpPr>
      <p:cxnSp>
        <p:nvCxnSpPr>
          <p:cNvPr id="234" name="Google Shape;234;p51"/>
          <p:cNvCxnSpPr/>
          <p:nvPr/>
        </p:nvCxnSpPr>
        <p:spPr>
          <a:xfrm>
            <a:off x="8763000" y="0"/>
            <a:ext cx="0" cy="6858000"/>
          </a:xfrm>
          <a:prstGeom prst="straightConnector1">
            <a:avLst/>
          </a:prstGeom>
          <a:noFill/>
          <a:ln cap="flat" cmpd="sng" w="38100">
            <a:solidFill>
              <a:srgbClr val="FEC2AC"/>
            </a:solidFill>
            <a:prstDash val="solid"/>
            <a:round/>
            <a:headEnd len="sm" w="sm" type="none"/>
            <a:tailEnd len="sm" w="sm" type="none"/>
          </a:ln>
        </p:spPr>
      </p:cxnSp>
      <p:sp>
        <p:nvSpPr>
          <p:cNvPr id="235" name="Google Shape;235;p51"/>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236" name="Google Shape;236;p51"/>
          <p:cNvSpPr txBox="1"/>
          <p:nvPr>
            <p:ph type="title"/>
          </p:nvPr>
        </p:nvSpPr>
        <p:spPr>
          <a:xfrm rot="5400000">
            <a:off x="3350133"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51"/>
          <p:cNvSpPr/>
          <p:nvPr>
            <p:ph idx="2" type="pic"/>
          </p:nvPr>
        </p:nvSpPr>
        <p:spPr>
          <a:xfrm>
            <a:off x="0" y="0"/>
            <a:ext cx="6172200" cy="6858000"/>
          </a:xfrm>
          <a:prstGeom prst="rect">
            <a:avLst/>
          </a:prstGeom>
          <a:solidFill>
            <a:schemeClr val="lt2"/>
          </a:solidFill>
          <a:ln>
            <a:noFill/>
          </a:ln>
        </p:spPr>
      </p:sp>
      <p:sp>
        <p:nvSpPr>
          <p:cNvPr id="238" name="Google Shape;238;p51"/>
          <p:cNvSpPr txBox="1"/>
          <p:nvPr>
            <p:ph idx="1" type="body"/>
          </p:nvPr>
        </p:nvSpPr>
        <p:spPr>
          <a:xfrm>
            <a:off x="6765798" y="264795"/>
            <a:ext cx="1524000" cy="4956048"/>
          </a:xfrm>
          <a:prstGeom prst="rect">
            <a:avLst/>
          </a:prstGeom>
          <a:noFill/>
          <a:ln>
            <a:noFill/>
          </a:ln>
        </p:spPr>
        <p:txBody>
          <a:bodyPr anchorCtr="0" anchor="t" bIns="45700" lIns="91425" spcFirstLastPara="1" rIns="91425" wrap="square" tIns="45700">
            <a:normAutofit/>
          </a:bodyPr>
          <a:lstStyle>
            <a:lvl1pPr indent="-228600" lvl="0" marL="457200" algn="l">
              <a:spcBef>
                <a:spcPts val="100"/>
              </a:spcBef>
              <a:spcAft>
                <a:spcPts val="0"/>
              </a:spcAft>
              <a:buSzPts val="840"/>
              <a:buFont typeface="Century Schoolbook"/>
              <a:buNone/>
              <a:defRPr sz="1200"/>
            </a:lvl1pPr>
            <a:lvl2pPr indent="-289560" lvl="1" marL="914400" algn="l">
              <a:spcBef>
                <a:spcPts val="400"/>
              </a:spcBef>
              <a:spcAft>
                <a:spcPts val="0"/>
              </a:spcAft>
              <a:buSzPts val="960"/>
              <a:buChar char="⚫"/>
              <a:defRPr sz="1200"/>
            </a:lvl2pPr>
            <a:lvl3pPr indent="-266700" lvl="2" marL="1371600" algn="l">
              <a:spcBef>
                <a:spcPts val="200"/>
              </a:spcBef>
              <a:spcAft>
                <a:spcPts val="0"/>
              </a:spcAft>
              <a:buSzPts val="600"/>
              <a:buChar char="🞆"/>
              <a:defRPr sz="1000"/>
            </a:lvl3pPr>
            <a:lvl4pPr indent="-262889" lvl="3" marL="1828800" algn="l">
              <a:spcBef>
                <a:spcPts val="180"/>
              </a:spcBef>
              <a:spcAft>
                <a:spcPts val="0"/>
              </a:spcAft>
              <a:buSzPts val="540"/>
              <a:buChar char="🞆"/>
              <a:defRPr sz="900"/>
            </a:lvl4pPr>
            <a:lvl5pPr indent="-267461" lvl="4" marL="2286000" algn="l">
              <a:spcBef>
                <a:spcPts val="180"/>
              </a:spcBef>
              <a:spcAft>
                <a:spcPts val="0"/>
              </a:spcAft>
              <a:buSzPts val="612"/>
              <a:buChar char="⚫"/>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239" name="Google Shape;239;p51"/>
          <p:cNvCxnSpPr/>
          <p:nvPr/>
        </p:nvCxnSpPr>
        <p:spPr>
          <a:xfrm>
            <a:off x="8991600" y="0"/>
            <a:ext cx="0" cy="6858000"/>
          </a:xfrm>
          <a:prstGeom prst="straightConnector1">
            <a:avLst/>
          </a:prstGeom>
          <a:noFill/>
          <a:ln cap="flat" cmpd="sng" w="9525">
            <a:solidFill>
              <a:schemeClr val="dk1"/>
            </a:solidFill>
            <a:prstDash val="solid"/>
            <a:round/>
            <a:headEnd len="sm" w="sm" type="none"/>
            <a:tailEnd len="sm" w="sm" type="none"/>
          </a:ln>
        </p:spPr>
      </p:cxnSp>
      <p:sp>
        <p:nvSpPr>
          <p:cNvPr id="240" name="Google Shape;240;p51"/>
          <p:cNvSpPr/>
          <p:nvPr/>
        </p:nvSpPr>
        <p:spPr>
          <a:xfrm>
            <a:off x="8839200" y="0"/>
            <a:ext cx="304800" cy="6858000"/>
          </a:xfrm>
          <a:prstGeom prst="rect">
            <a:avLst/>
          </a:prstGeom>
          <a:solidFill>
            <a:srgbClr val="FEC2A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241" name="Google Shape;241;p51"/>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cxnSp>
        <p:nvCxnSpPr>
          <p:cNvPr id="242" name="Google Shape;242;p51"/>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243" name="Google Shape;243;p51"/>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sp>
        <p:nvSpPr>
          <p:cNvPr id="244" name="Google Shape;244;p51"/>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5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46" name="Google Shape;246;p51"/>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7" name="Shape 247"/>
        <p:cNvGrpSpPr/>
        <p:nvPr/>
      </p:nvGrpSpPr>
      <p:grpSpPr>
        <a:xfrm>
          <a:off x="0" y="0"/>
          <a:ext cx="0" cy="0"/>
          <a:chOff x="0" y="0"/>
          <a:chExt cx="0" cy="0"/>
        </a:xfrm>
      </p:grpSpPr>
      <p:sp>
        <p:nvSpPr>
          <p:cNvPr id="248" name="Google Shape;248;p5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9" name="Google Shape;249;p52"/>
          <p:cNvSpPr txBox="1"/>
          <p:nvPr>
            <p:ph idx="1" type="body"/>
          </p:nvPr>
        </p:nvSpPr>
        <p:spPr>
          <a:xfrm rot="5400000">
            <a:off x="1754124" y="303276"/>
            <a:ext cx="4873752" cy="74676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50" name="Google Shape;250;p52"/>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52"/>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2" name="Google Shape;252;p5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53" name="Shape 253"/>
        <p:cNvGrpSpPr/>
        <p:nvPr/>
      </p:nvGrpSpPr>
      <p:grpSpPr>
        <a:xfrm>
          <a:off x="0" y="0"/>
          <a:ext cx="0" cy="0"/>
          <a:chOff x="0" y="0"/>
          <a:chExt cx="0" cy="0"/>
        </a:xfrm>
      </p:grpSpPr>
      <p:sp>
        <p:nvSpPr>
          <p:cNvPr id="254" name="Google Shape;254;p53"/>
          <p:cNvSpPr txBox="1"/>
          <p:nvPr>
            <p:ph type="title"/>
          </p:nvPr>
        </p:nvSpPr>
        <p:spPr>
          <a:xfrm rot="5400000">
            <a:off x="4541838" y="2362202"/>
            <a:ext cx="5851525" cy="1676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5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56" name="Google Shape;256;p53"/>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53"/>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5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cxnSp>
        <p:nvCxnSpPr>
          <p:cNvPr id="6" name="Google Shape;6;p30"/>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7" name="Google Shape;7;p3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000"/>
              <a:buFont typeface="Century Schoolbook"/>
              <a:buNone/>
              <a:defRPr b="0" i="0" sz="3000" u="none" cap="small" strike="noStrike">
                <a:solidFill>
                  <a:schemeClr val="dk2"/>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30"/>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35280" lvl="0" marL="457200" marR="0" rtl="0" algn="l">
              <a:spcBef>
                <a:spcPts val="600"/>
              </a:spcBef>
              <a:spcAft>
                <a:spcPts val="0"/>
              </a:spcAft>
              <a:buClr>
                <a:schemeClr val="accent1"/>
              </a:buClr>
              <a:buSzPts val="1680"/>
              <a:buFont typeface="Noto Sans Symbols"/>
              <a:buChar char="🞆"/>
              <a:defRPr b="0" i="0" sz="2400" u="none" cap="none" strike="noStrike">
                <a:solidFill>
                  <a:schemeClr val="dk1"/>
                </a:solidFill>
                <a:latin typeface="Century Schoolbook"/>
                <a:ea typeface="Century Schoolbook"/>
                <a:cs typeface="Century Schoolbook"/>
                <a:sym typeface="Century Schoolbook"/>
              </a:defRPr>
            </a:lvl1pPr>
            <a:lvl2pPr indent="-335280" lvl="1" marL="914400" marR="0" rtl="0" algn="l">
              <a:spcBef>
                <a:spcPts val="420"/>
              </a:spcBef>
              <a:spcAft>
                <a:spcPts val="0"/>
              </a:spcAft>
              <a:buClr>
                <a:schemeClr val="accent1"/>
              </a:buClr>
              <a:buSzPts val="1680"/>
              <a:buFont typeface="Noto Sans Symbols"/>
              <a:buChar char="⚫"/>
              <a:defRPr b="0" i="0" sz="2100" u="none" cap="none" strike="noStrike">
                <a:solidFill>
                  <a:schemeClr val="dk1"/>
                </a:solidFill>
                <a:latin typeface="Century Schoolbook"/>
                <a:ea typeface="Century Schoolbook"/>
                <a:cs typeface="Century Schoolbook"/>
                <a:sym typeface="Century Schoolbook"/>
              </a:defRPr>
            </a:lvl2pPr>
            <a:lvl3pPr indent="-297180" lvl="2" marL="1371600" marR="0" rtl="0" algn="l">
              <a:spcBef>
                <a:spcPts val="360"/>
              </a:spcBef>
              <a:spcAft>
                <a:spcPts val="0"/>
              </a:spcAft>
              <a:buClr>
                <a:srgbClr val="DE7530"/>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3pPr>
            <a:lvl4pPr indent="-297180" lvl="3" marL="1828800" marR="0" rtl="0" algn="l">
              <a:spcBef>
                <a:spcPts val="360"/>
              </a:spcBef>
              <a:spcAft>
                <a:spcPts val="0"/>
              </a:spcAft>
              <a:buClr>
                <a:srgbClr val="FEC2AC"/>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4pPr>
            <a:lvl5pPr indent="-297688" lvl="4" marL="2286000" marR="0" rtl="0" algn="l">
              <a:spcBef>
                <a:spcPts val="320"/>
              </a:spcBef>
              <a:spcAft>
                <a:spcPts val="0"/>
              </a:spcAft>
              <a:buClr>
                <a:srgbClr val="BBC9E9"/>
              </a:buClr>
              <a:buSzPts val="1088"/>
              <a:buFont typeface="Noto Sans Symbols"/>
              <a:buChar char="⚫"/>
              <a:defRPr b="0" i="0" sz="1600" u="none" cap="none" strike="noStrike">
                <a:solidFill>
                  <a:schemeClr val="dk1"/>
                </a:solidFill>
                <a:latin typeface="Century Schoolbook"/>
                <a:ea typeface="Century Schoolbook"/>
                <a:cs typeface="Century Schoolbook"/>
                <a:sym typeface="Century Schoolbook"/>
              </a:defRPr>
            </a:lvl5pPr>
            <a:lvl6pPr indent="-330200" lvl="5" marL="2743200" marR="0" rtl="0" algn="l">
              <a:spcBef>
                <a:spcPts val="320"/>
              </a:spcBef>
              <a:spcAft>
                <a:spcPts val="0"/>
              </a:spcAft>
              <a:buClr>
                <a:schemeClr val="accent1"/>
              </a:buClr>
              <a:buSzPts val="1600"/>
              <a:buFont typeface="Century Schoolbook"/>
              <a:buChar char="•"/>
              <a:defRPr b="0" i="0" sz="1600" u="none" cap="none" strike="noStrike">
                <a:solidFill>
                  <a:schemeClr val="dk2"/>
                </a:solidFill>
                <a:latin typeface="Century Schoolbook"/>
                <a:ea typeface="Century Schoolbook"/>
                <a:cs typeface="Century Schoolbook"/>
                <a:sym typeface="Century Schoolbook"/>
              </a:defRPr>
            </a:lvl6pPr>
            <a:lvl7pPr indent="-281939" lvl="6" marL="3200400" marR="0" rtl="0" algn="l">
              <a:spcBef>
                <a:spcPts val="280"/>
              </a:spcBef>
              <a:spcAft>
                <a:spcPts val="0"/>
              </a:spcAft>
              <a:buClr>
                <a:srgbClr val="FEC2AC"/>
              </a:buClr>
              <a:buSzPts val="840"/>
              <a:buFont typeface="Noto Sans Symbols"/>
              <a:buChar char="⚪"/>
              <a:defRPr b="0" i="0" sz="1400" u="none" cap="none" strike="noStrike">
                <a:solidFill>
                  <a:schemeClr val="dk2"/>
                </a:solidFill>
                <a:latin typeface="Century Schoolbook"/>
                <a:ea typeface="Century Schoolbook"/>
                <a:cs typeface="Century Schoolbook"/>
                <a:sym typeface="Century Schoolbook"/>
              </a:defRPr>
            </a:lvl7pPr>
            <a:lvl8pPr indent="-317500" lvl="7" marL="3657600" marR="0" rtl="0" algn="l">
              <a:spcBef>
                <a:spcPts val="280"/>
              </a:spcBef>
              <a:spcAft>
                <a:spcPts val="0"/>
              </a:spcAft>
              <a:buClr>
                <a:schemeClr val="accent2"/>
              </a:buClr>
              <a:buSzPts val="1400"/>
              <a:buFont typeface="Century Schoolbook"/>
              <a:buChar char="•"/>
              <a:defRPr b="0" i="0" sz="1400" u="none" cap="small" strike="noStrike">
                <a:solidFill>
                  <a:schemeClr val="dk2"/>
                </a:solidFill>
                <a:latin typeface="Century Schoolbook"/>
                <a:ea typeface="Century Schoolbook"/>
                <a:cs typeface="Century Schoolbook"/>
                <a:sym typeface="Century Schoolbook"/>
              </a:defRPr>
            </a:lvl8pPr>
            <a:lvl9pPr indent="-317500" lvl="8" marL="4114800" marR="0" rtl="0" algn="l">
              <a:spcBef>
                <a:spcPts val="280"/>
              </a:spcBef>
              <a:spcAft>
                <a:spcPts val="0"/>
              </a:spcAft>
              <a:buClr>
                <a:srgbClr val="DE7530"/>
              </a:buClr>
              <a:buSzPts val="1400"/>
              <a:buFont typeface="Century Schoolbook"/>
              <a:buChar char="•"/>
              <a:defRPr b="0" i="0" sz="1400" u="none" cap="none" strike="noStrike">
                <a:solidFill>
                  <a:schemeClr val="dk2"/>
                </a:solidFill>
                <a:latin typeface="Century Schoolbook"/>
                <a:ea typeface="Century Schoolbook"/>
                <a:cs typeface="Century Schoolbook"/>
                <a:sym typeface="Century Schoolbook"/>
              </a:defRPr>
            </a:lvl9pPr>
          </a:lstStyle>
          <a:p/>
        </p:txBody>
      </p:sp>
      <p:sp>
        <p:nvSpPr>
          <p:cNvPr id="9" name="Google Shape;9;p30"/>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10" name="Google Shape;10;p30"/>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cxnSp>
        <p:nvCxnSpPr>
          <p:cNvPr id="11" name="Google Shape;11;p30"/>
          <p:cNvCxnSpPr/>
          <p:nvPr/>
        </p:nvCxnSpPr>
        <p:spPr>
          <a:xfrm>
            <a:off x="76200" y="0"/>
            <a:ext cx="0" cy="6858000"/>
          </a:xfrm>
          <a:prstGeom prst="straightConnector1">
            <a:avLst/>
          </a:prstGeom>
          <a:noFill/>
          <a:ln cap="flat" cmpd="thickThin" w="57150">
            <a:solidFill>
              <a:srgbClr val="FEC2AC"/>
            </a:solidFill>
            <a:prstDash val="solid"/>
            <a:round/>
            <a:headEnd len="sm" w="sm" type="none"/>
            <a:tailEnd len="sm" w="sm" type="none"/>
          </a:ln>
        </p:spPr>
      </p:cxnSp>
      <p:cxnSp>
        <p:nvCxnSpPr>
          <p:cNvPr id="12" name="Google Shape;12;p30"/>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13" name="Google Shape;13;p30"/>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14" name="Google Shape;14;p30"/>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5" name="Google Shape;15;p30"/>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6" name="Google Shape;16;p3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1pPr>
            <a:lvl2pPr indent="0" lvl="1"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2pPr>
            <a:lvl3pPr indent="0" lvl="2"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3pPr>
            <a:lvl4pPr indent="0" lvl="3"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4pPr>
            <a:lvl5pPr indent="0" lvl="4"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5pPr>
            <a:lvl6pPr indent="0" lvl="5"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6pPr>
            <a:lvl7pPr indent="0" lvl="6"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7pPr>
            <a:lvl8pPr indent="0" lvl="7"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8pPr>
            <a:lvl9pPr indent="0" lvl="8"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cxnSp>
        <p:nvCxnSpPr>
          <p:cNvPr id="133" name="Google Shape;133;p33"/>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134" name="Google Shape;134;p3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000"/>
              <a:buFont typeface="Century Schoolbook"/>
              <a:buNone/>
              <a:defRPr b="0" i="0" sz="3000" u="none" cap="small" strike="noStrike">
                <a:solidFill>
                  <a:schemeClr val="dk2"/>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5" name="Google Shape;135;p3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35280" lvl="0" marL="457200" marR="0" rtl="0" algn="l">
              <a:spcBef>
                <a:spcPts val="600"/>
              </a:spcBef>
              <a:spcAft>
                <a:spcPts val="0"/>
              </a:spcAft>
              <a:buClr>
                <a:schemeClr val="accent1"/>
              </a:buClr>
              <a:buSzPts val="1680"/>
              <a:buFont typeface="Noto Sans Symbols"/>
              <a:buChar char="🞆"/>
              <a:defRPr b="0" i="0" sz="2400" u="none" cap="none" strike="noStrike">
                <a:solidFill>
                  <a:schemeClr val="dk1"/>
                </a:solidFill>
                <a:latin typeface="Century Schoolbook"/>
                <a:ea typeface="Century Schoolbook"/>
                <a:cs typeface="Century Schoolbook"/>
                <a:sym typeface="Century Schoolbook"/>
              </a:defRPr>
            </a:lvl1pPr>
            <a:lvl2pPr indent="-335280" lvl="1" marL="914400" marR="0" rtl="0" algn="l">
              <a:spcBef>
                <a:spcPts val="420"/>
              </a:spcBef>
              <a:spcAft>
                <a:spcPts val="0"/>
              </a:spcAft>
              <a:buClr>
                <a:schemeClr val="accent1"/>
              </a:buClr>
              <a:buSzPts val="1680"/>
              <a:buFont typeface="Noto Sans Symbols"/>
              <a:buChar char="⚫"/>
              <a:defRPr b="0" i="0" sz="2100" u="none" cap="none" strike="noStrike">
                <a:solidFill>
                  <a:schemeClr val="dk1"/>
                </a:solidFill>
                <a:latin typeface="Century Schoolbook"/>
                <a:ea typeface="Century Schoolbook"/>
                <a:cs typeface="Century Schoolbook"/>
                <a:sym typeface="Century Schoolbook"/>
              </a:defRPr>
            </a:lvl2pPr>
            <a:lvl3pPr indent="-297180" lvl="2" marL="1371600" marR="0" rtl="0" algn="l">
              <a:spcBef>
                <a:spcPts val="360"/>
              </a:spcBef>
              <a:spcAft>
                <a:spcPts val="0"/>
              </a:spcAft>
              <a:buClr>
                <a:srgbClr val="DE7530"/>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3pPr>
            <a:lvl4pPr indent="-297180" lvl="3" marL="1828800" marR="0" rtl="0" algn="l">
              <a:spcBef>
                <a:spcPts val="360"/>
              </a:spcBef>
              <a:spcAft>
                <a:spcPts val="0"/>
              </a:spcAft>
              <a:buClr>
                <a:srgbClr val="FEC2AC"/>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4pPr>
            <a:lvl5pPr indent="-297688" lvl="4" marL="2286000" marR="0" rtl="0" algn="l">
              <a:spcBef>
                <a:spcPts val="320"/>
              </a:spcBef>
              <a:spcAft>
                <a:spcPts val="0"/>
              </a:spcAft>
              <a:buClr>
                <a:srgbClr val="BBC9E9"/>
              </a:buClr>
              <a:buSzPts val="1088"/>
              <a:buFont typeface="Noto Sans Symbols"/>
              <a:buChar char="⚫"/>
              <a:defRPr b="0" i="0" sz="1600" u="none" cap="none" strike="noStrike">
                <a:solidFill>
                  <a:schemeClr val="dk1"/>
                </a:solidFill>
                <a:latin typeface="Century Schoolbook"/>
                <a:ea typeface="Century Schoolbook"/>
                <a:cs typeface="Century Schoolbook"/>
                <a:sym typeface="Century Schoolbook"/>
              </a:defRPr>
            </a:lvl5pPr>
            <a:lvl6pPr indent="-330200" lvl="5" marL="2743200" marR="0" rtl="0" algn="l">
              <a:spcBef>
                <a:spcPts val="320"/>
              </a:spcBef>
              <a:spcAft>
                <a:spcPts val="0"/>
              </a:spcAft>
              <a:buClr>
                <a:schemeClr val="accent1"/>
              </a:buClr>
              <a:buSzPts val="1600"/>
              <a:buFont typeface="Century Schoolbook"/>
              <a:buChar char="•"/>
              <a:defRPr b="0" i="0" sz="1600" u="none" cap="none" strike="noStrike">
                <a:solidFill>
                  <a:schemeClr val="dk2"/>
                </a:solidFill>
                <a:latin typeface="Century Schoolbook"/>
                <a:ea typeface="Century Schoolbook"/>
                <a:cs typeface="Century Schoolbook"/>
                <a:sym typeface="Century Schoolbook"/>
              </a:defRPr>
            </a:lvl6pPr>
            <a:lvl7pPr indent="-281939" lvl="6" marL="3200400" marR="0" rtl="0" algn="l">
              <a:spcBef>
                <a:spcPts val="280"/>
              </a:spcBef>
              <a:spcAft>
                <a:spcPts val="0"/>
              </a:spcAft>
              <a:buClr>
                <a:srgbClr val="FEC2AC"/>
              </a:buClr>
              <a:buSzPts val="840"/>
              <a:buFont typeface="Noto Sans Symbols"/>
              <a:buChar char="⚪"/>
              <a:defRPr b="0" i="0" sz="1400" u="none" cap="none" strike="noStrike">
                <a:solidFill>
                  <a:schemeClr val="dk2"/>
                </a:solidFill>
                <a:latin typeface="Century Schoolbook"/>
                <a:ea typeface="Century Schoolbook"/>
                <a:cs typeface="Century Schoolbook"/>
                <a:sym typeface="Century Schoolbook"/>
              </a:defRPr>
            </a:lvl7pPr>
            <a:lvl8pPr indent="-317500" lvl="7" marL="3657600" marR="0" rtl="0" algn="l">
              <a:spcBef>
                <a:spcPts val="280"/>
              </a:spcBef>
              <a:spcAft>
                <a:spcPts val="0"/>
              </a:spcAft>
              <a:buClr>
                <a:schemeClr val="accent2"/>
              </a:buClr>
              <a:buSzPts val="1400"/>
              <a:buFont typeface="Century Schoolbook"/>
              <a:buChar char="•"/>
              <a:defRPr b="0" i="0" sz="1400" u="none" cap="small" strike="noStrike">
                <a:solidFill>
                  <a:schemeClr val="dk2"/>
                </a:solidFill>
                <a:latin typeface="Century Schoolbook"/>
                <a:ea typeface="Century Schoolbook"/>
                <a:cs typeface="Century Schoolbook"/>
                <a:sym typeface="Century Schoolbook"/>
              </a:defRPr>
            </a:lvl8pPr>
            <a:lvl9pPr indent="-317500" lvl="8" marL="4114800" marR="0" rtl="0" algn="l">
              <a:spcBef>
                <a:spcPts val="280"/>
              </a:spcBef>
              <a:spcAft>
                <a:spcPts val="0"/>
              </a:spcAft>
              <a:buClr>
                <a:srgbClr val="DE7530"/>
              </a:buClr>
              <a:buSzPts val="1400"/>
              <a:buFont typeface="Century Schoolbook"/>
              <a:buChar char="•"/>
              <a:defRPr b="0" i="0" sz="1400" u="none" cap="none" strike="noStrike">
                <a:solidFill>
                  <a:schemeClr val="dk2"/>
                </a:solidFill>
                <a:latin typeface="Century Schoolbook"/>
                <a:ea typeface="Century Schoolbook"/>
                <a:cs typeface="Century Schoolbook"/>
                <a:sym typeface="Century Schoolbook"/>
              </a:defRPr>
            </a:lvl9pPr>
          </a:lstStyle>
          <a:p/>
        </p:txBody>
      </p:sp>
      <p:sp>
        <p:nvSpPr>
          <p:cNvPr id="136" name="Google Shape;136;p33"/>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137" name="Google Shape;137;p33"/>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cxnSp>
        <p:nvCxnSpPr>
          <p:cNvPr id="138" name="Google Shape;138;p33"/>
          <p:cNvCxnSpPr/>
          <p:nvPr/>
        </p:nvCxnSpPr>
        <p:spPr>
          <a:xfrm>
            <a:off x="76200" y="0"/>
            <a:ext cx="0" cy="6858000"/>
          </a:xfrm>
          <a:prstGeom prst="straightConnector1">
            <a:avLst/>
          </a:prstGeom>
          <a:noFill/>
          <a:ln cap="flat" cmpd="thickThin" w="57150">
            <a:solidFill>
              <a:srgbClr val="FEC2AC"/>
            </a:solidFill>
            <a:prstDash val="solid"/>
            <a:round/>
            <a:headEnd len="sm" w="sm" type="none"/>
            <a:tailEnd len="sm" w="sm" type="none"/>
          </a:ln>
        </p:spPr>
      </p:cxnSp>
      <p:cxnSp>
        <p:nvCxnSpPr>
          <p:cNvPr id="139" name="Google Shape;139;p33"/>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140" name="Google Shape;140;p33"/>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141" name="Google Shape;141;p33"/>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42" name="Google Shape;142;p33"/>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43" name="Google Shape;143;p3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1pPr>
            <a:lvl2pPr indent="0" lvl="1"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2pPr>
            <a:lvl3pPr indent="0" lvl="2"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3pPr>
            <a:lvl4pPr indent="0" lvl="3"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4pPr>
            <a:lvl5pPr indent="0" lvl="4"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5pPr>
            <a:lvl6pPr indent="0" lvl="5"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6pPr>
            <a:lvl7pPr indent="0" lvl="6"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7pPr>
            <a:lvl8pPr indent="0" lvl="7"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8pPr>
            <a:lvl9pPr indent="0" lvl="8"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www.aje.com/arc/scope-and-delimitations-in-research/" TargetMode="External"/><Relationship Id="rId4" Type="http://schemas.openxmlformats.org/officeDocument/2006/relationships/hyperlink" Target="https://www.youtube.com/watch?v=i_51xLDvi7o" TargetMode="External"/><Relationship Id="rId5" Type="http://schemas.openxmlformats.org/officeDocument/2006/relationships/hyperlink" Target="https://www.enago.com/academy/scope-and-delimitations/" TargetMode="External"/><Relationship Id="rId6" Type="http://schemas.openxmlformats.org/officeDocument/2006/relationships/hyperlink" Target="https://www.youtube.com/watch?v=nJbBp-u2sd4"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Times New Roman"/>
              <a:buNone/>
            </a:pPr>
            <a:r>
              <a:rPr lang="en-US">
                <a:latin typeface="Times New Roman"/>
                <a:ea typeface="Times New Roman"/>
                <a:cs typeface="Times New Roman"/>
                <a:sym typeface="Times New Roman"/>
              </a:rPr>
              <a:t>Research &amp; Innovation in CSE</a:t>
            </a:r>
            <a:endParaRPr>
              <a:latin typeface="Times New Roman"/>
              <a:ea typeface="Times New Roman"/>
              <a:cs typeface="Times New Roman"/>
              <a:sym typeface="Times New Roman"/>
            </a:endParaRPr>
          </a:p>
          <a:p>
            <a:pPr indent="0" lvl="0" marL="0" rtl="0" algn="l">
              <a:spcBef>
                <a:spcPts val="0"/>
              </a:spcBef>
              <a:spcAft>
                <a:spcPts val="0"/>
              </a:spcAft>
              <a:buClr>
                <a:schemeClr val="dk2"/>
              </a:buClr>
              <a:buSzPts val="3000"/>
              <a:buFont typeface="Times New Roman"/>
              <a:buNone/>
            </a:pPr>
            <a:r>
              <a:t/>
            </a:r>
            <a:endParaRPr>
              <a:latin typeface="Times New Roman"/>
              <a:ea typeface="Times New Roman"/>
              <a:cs typeface="Times New Roman"/>
              <a:sym typeface="Times New Roman"/>
            </a:endParaRPr>
          </a:p>
          <a:p>
            <a:pPr indent="0" lvl="0" marL="0" rtl="0" algn="l">
              <a:spcBef>
                <a:spcPts val="0"/>
              </a:spcBef>
              <a:spcAft>
                <a:spcPts val="0"/>
              </a:spcAft>
              <a:buClr>
                <a:schemeClr val="dk2"/>
              </a:buClr>
              <a:buSzPts val="3000"/>
              <a:buFont typeface="Times New Roman"/>
              <a:buNone/>
            </a:pPr>
            <a:r>
              <a:rPr lang="en-US">
                <a:latin typeface="Times New Roman"/>
                <a:ea typeface="Times New Roman"/>
                <a:cs typeface="Times New Roman"/>
                <a:sym typeface="Times New Roman"/>
              </a:rPr>
              <a:t>Introduction_research GAP_Scope</a:t>
            </a:r>
            <a:endParaRPr>
              <a:latin typeface="Times New Roman"/>
              <a:ea typeface="Times New Roman"/>
              <a:cs typeface="Times New Roman"/>
              <a:sym typeface="Times New Roman"/>
            </a:endParaRPr>
          </a:p>
        </p:txBody>
      </p:sp>
      <p:sp>
        <p:nvSpPr>
          <p:cNvPr id="264" name="Google Shape;264;p1"/>
          <p:cNvSpPr txBox="1"/>
          <p:nvPr>
            <p:ph idx="1" type="subTitle"/>
          </p:nvPr>
        </p:nvSpPr>
        <p:spPr>
          <a:xfrm>
            <a:off x="2286000" y="5003322"/>
            <a:ext cx="6629400" cy="137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260"/>
              <a:buNone/>
            </a:pPr>
            <a:r>
              <a:rPr lang="en-US"/>
              <a:t>Dr. Arif Mahmud</a:t>
            </a:r>
            <a:endParaRPr/>
          </a:p>
          <a:p>
            <a:pPr indent="0" lvl="0" marL="0" rtl="0" algn="l">
              <a:spcBef>
                <a:spcPts val="600"/>
              </a:spcBef>
              <a:spcAft>
                <a:spcPts val="0"/>
              </a:spcAft>
              <a:buSzPts val="1260"/>
              <a:buNone/>
            </a:pPr>
            <a:r>
              <a:rPr lang="en-US"/>
              <a:t>Associate Professor &amp; Associate Head</a:t>
            </a:r>
            <a:endParaRPr/>
          </a:p>
          <a:p>
            <a:pPr indent="0" lvl="0" marL="0" rtl="0" algn="l">
              <a:spcBef>
                <a:spcPts val="600"/>
              </a:spcBef>
              <a:spcAft>
                <a:spcPts val="0"/>
              </a:spcAft>
              <a:buSzPts val="1260"/>
              <a:buNone/>
            </a:pPr>
            <a:r>
              <a:rPr lang="en-US"/>
              <a:t>Department of CSE, Daffodil International University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Introduction</a:t>
            </a:r>
            <a:endParaRPr/>
          </a:p>
        </p:txBody>
      </p:sp>
      <p:pic>
        <p:nvPicPr>
          <p:cNvPr id="270" name="Google Shape;270;p2"/>
          <p:cNvPicPr preferRelativeResize="0"/>
          <p:nvPr>
            <p:ph idx="1" type="body"/>
          </p:nvPr>
        </p:nvPicPr>
        <p:blipFill rotWithShape="1">
          <a:blip r:embed="rId3">
            <a:alphaModFix/>
          </a:blip>
          <a:srcRect b="0" l="0" r="0" t="0"/>
          <a:stretch/>
        </p:blipFill>
        <p:spPr>
          <a:xfrm>
            <a:off x="1025236" y="1676400"/>
            <a:ext cx="6594764" cy="4343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Elements</a:t>
            </a:r>
            <a:endParaRPr/>
          </a:p>
        </p:txBody>
      </p:sp>
      <p:sp>
        <p:nvSpPr>
          <p:cNvPr id="276" name="Google Shape;276;p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spcBef>
                <a:spcPts val="0"/>
              </a:spcBef>
              <a:spcAft>
                <a:spcPts val="0"/>
              </a:spcAft>
              <a:buSzPct val="70000"/>
              <a:buChar char="🞆"/>
            </a:pPr>
            <a:r>
              <a:rPr lang="en-US"/>
              <a:t>The </a:t>
            </a:r>
            <a:r>
              <a:rPr b="1" lang="en-US"/>
              <a:t>opening section</a:t>
            </a:r>
            <a:r>
              <a:rPr lang="en-US"/>
              <a:t> – where you’ll introduce the reader to your research in high-level terms</a:t>
            </a:r>
            <a:endParaRPr/>
          </a:p>
          <a:p>
            <a:pPr indent="-274320" lvl="0" marL="274320" rtl="0" algn="l">
              <a:spcBef>
                <a:spcPts val="600"/>
              </a:spcBef>
              <a:spcAft>
                <a:spcPts val="0"/>
              </a:spcAft>
              <a:buSzPct val="70000"/>
              <a:buChar char="🞆"/>
            </a:pPr>
            <a:r>
              <a:rPr lang="en-US"/>
              <a:t>The </a:t>
            </a:r>
            <a:r>
              <a:rPr b="1" lang="en-US"/>
              <a:t>background</a:t>
            </a:r>
            <a:r>
              <a:rPr lang="en-US"/>
              <a:t> to the study – where you’ll explain the context of your project</a:t>
            </a:r>
            <a:endParaRPr/>
          </a:p>
          <a:p>
            <a:pPr indent="-274320" lvl="0" marL="274320" rtl="0" algn="l">
              <a:spcBef>
                <a:spcPts val="600"/>
              </a:spcBef>
              <a:spcAft>
                <a:spcPts val="0"/>
              </a:spcAft>
              <a:buSzPct val="70000"/>
              <a:buChar char="🞆"/>
            </a:pPr>
            <a:r>
              <a:rPr lang="en-US"/>
              <a:t>The </a:t>
            </a:r>
            <a:r>
              <a:rPr b="1" lang="en-US"/>
              <a:t>research</a:t>
            </a:r>
            <a:r>
              <a:rPr lang="en-US"/>
              <a:t> </a:t>
            </a:r>
            <a:r>
              <a:rPr b="1" lang="en-US"/>
              <a:t>problem/problem statement</a:t>
            </a:r>
            <a:r>
              <a:rPr lang="en-US"/>
              <a:t> – where you’ll explain the “gap” that exists in the current research</a:t>
            </a:r>
            <a:endParaRPr/>
          </a:p>
          <a:p>
            <a:pPr indent="-274320" lvl="0" marL="274320" rtl="0" algn="l">
              <a:spcBef>
                <a:spcPts val="600"/>
              </a:spcBef>
              <a:spcAft>
                <a:spcPts val="0"/>
              </a:spcAft>
              <a:buSzPct val="70000"/>
              <a:buChar char="🞆"/>
            </a:pPr>
            <a:r>
              <a:rPr lang="en-US"/>
              <a:t>The </a:t>
            </a:r>
            <a:r>
              <a:rPr b="1" lang="en-US"/>
              <a:t>research aims</a:t>
            </a:r>
            <a:r>
              <a:rPr lang="en-US"/>
              <a:t>, </a:t>
            </a:r>
            <a:r>
              <a:rPr b="1" lang="en-US"/>
              <a:t>objectives</a:t>
            </a:r>
            <a:r>
              <a:rPr lang="en-US"/>
              <a:t> and </a:t>
            </a:r>
            <a:r>
              <a:rPr b="1" lang="en-US"/>
              <a:t>questions</a:t>
            </a:r>
            <a:r>
              <a:rPr lang="en-US"/>
              <a:t> – where you’ll clearly state what your research will aim to achieve</a:t>
            </a:r>
            <a:endParaRPr/>
          </a:p>
          <a:p>
            <a:pPr indent="-274320" lvl="0" marL="274320" rtl="0" algn="l">
              <a:spcBef>
                <a:spcPts val="600"/>
              </a:spcBef>
              <a:spcAft>
                <a:spcPts val="0"/>
              </a:spcAft>
              <a:buSzPct val="70000"/>
              <a:buChar char="🞆"/>
            </a:pPr>
            <a:r>
              <a:rPr lang="en-US"/>
              <a:t>The </a:t>
            </a:r>
            <a:r>
              <a:rPr b="1" lang="en-US"/>
              <a:t>significance</a:t>
            </a:r>
            <a:r>
              <a:rPr lang="en-US"/>
              <a:t>/justification/motivation) – where you’ll explain why your research is worth doing and the value it will provide to the world</a:t>
            </a:r>
            <a:endParaRPr/>
          </a:p>
          <a:p>
            <a:pPr indent="-274320" lvl="0" marL="274320" rtl="0" algn="l">
              <a:spcBef>
                <a:spcPts val="600"/>
              </a:spcBef>
              <a:spcAft>
                <a:spcPts val="0"/>
              </a:spcAft>
              <a:buSzPct val="70000"/>
              <a:buChar char="🞆"/>
            </a:pPr>
            <a:r>
              <a:rPr lang="en-US"/>
              <a:t>The </a:t>
            </a:r>
            <a:r>
              <a:rPr b="1" lang="en-US"/>
              <a:t>Scope and Limitations</a:t>
            </a:r>
            <a:r>
              <a:rPr lang="en-US"/>
              <a:t> – where you’ll acknowledge the boundary and potential limitations of your project and approach</a:t>
            </a:r>
            <a:endParaRPr/>
          </a:p>
          <a:p>
            <a:pPr indent="-274320" lvl="0" marL="274320" rtl="0" algn="l">
              <a:spcBef>
                <a:spcPts val="600"/>
              </a:spcBef>
              <a:spcAft>
                <a:spcPts val="0"/>
              </a:spcAft>
              <a:buSzPct val="70000"/>
              <a:buChar char="🞆"/>
            </a:pPr>
            <a:r>
              <a:rPr lang="en-US"/>
              <a:t>The </a:t>
            </a:r>
            <a:r>
              <a:rPr b="1" lang="en-US"/>
              <a:t>structure</a:t>
            </a:r>
            <a:r>
              <a:rPr lang="en-US"/>
              <a:t> – where you’ll briefly outline the structure of your dissertation or thesis to help orient the reader</a:t>
            </a:r>
            <a:endParaRPr/>
          </a:p>
          <a:p>
            <a:pPr indent="-183642" lvl="0" marL="274320" rtl="0" algn="l">
              <a:spcBef>
                <a:spcPts val="600"/>
              </a:spcBef>
              <a:spcAft>
                <a:spcPts val="0"/>
              </a:spcAft>
              <a:buSzPct val="7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opening section</a:t>
            </a:r>
            <a:endParaRPr/>
          </a:p>
        </p:txBody>
      </p:sp>
      <p:sp>
        <p:nvSpPr>
          <p:cNvPr id="282" name="Google Shape;282;p4"/>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1 – A sentence or two introducing the overall field of your research.</a:t>
            </a:r>
            <a:endParaRPr/>
          </a:p>
          <a:p>
            <a:pPr indent="-274320" lvl="0" marL="274320" rtl="0" algn="l">
              <a:spcBef>
                <a:spcPts val="600"/>
              </a:spcBef>
              <a:spcAft>
                <a:spcPts val="0"/>
              </a:spcAft>
              <a:buSzPts val="1680"/>
              <a:buChar char="🞆"/>
            </a:pPr>
            <a:r>
              <a:rPr lang="en-US"/>
              <a:t>2 – A sentence introducing your specific research problem.</a:t>
            </a:r>
            <a:endParaRPr/>
          </a:p>
          <a:p>
            <a:pPr indent="-274320" lvl="0" marL="274320" rtl="0" algn="l">
              <a:spcBef>
                <a:spcPts val="600"/>
              </a:spcBef>
              <a:spcAft>
                <a:spcPts val="0"/>
              </a:spcAft>
              <a:buSzPts val="1680"/>
              <a:buChar char="🞆"/>
            </a:pPr>
            <a:r>
              <a:rPr lang="en-US"/>
              <a:t>3 – A sentence stating your research aims</a:t>
            </a:r>
            <a:endParaRPr/>
          </a:p>
          <a:p>
            <a:pPr indent="-274320" lvl="0" marL="274320" rtl="0" algn="l">
              <a:spcBef>
                <a:spcPts val="600"/>
              </a:spcBef>
              <a:spcAft>
                <a:spcPts val="0"/>
              </a:spcAft>
              <a:buSzPts val="1680"/>
              <a:buChar char="🞆"/>
            </a:pPr>
            <a:r>
              <a:rPr lang="en-US"/>
              <a:t>4 – A sentence outlining the layout of the chapter.</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Suggestion: 1 paragraph or 1 page is adequate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background</a:t>
            </a:r>
            <a:endParaRPr/>
          </a:p>
        </p:txBody>
      </p:sp>
      <p:sp>
        <p:nvSpPr>
          <p:cNvPr id="288" name="Google Shape;288;p5"/>
          <p:cNvSpPr txBox="1"/>
          <p:nvPr>
            <p:ph idx="1" type="body"/>
          </p:nvPr>
        </p:nvSpPr>
        <p:spPr>
          <a:xfrm>
            <a:off x="5334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Use graph/chart/table to justify your problems.</a:t>
            </a:r>
            <a:endParaRPr/>
          </a:p>
          <a:p>
            <a:pPr indent="-274320" lvl="0" marL="274320" rtl="0" algn="l">
              <a:spcBef>
                <a:spcPts val="600"/>
              </a:spcBef>
              <a:spcAft>
                <a:spcPts val="0"/>
              </a:spcAft>
              <a:buSzPts val="1680"/>
              <a:buChar char="🞆"/>
            </a:pPr>
            <a:r>
              <a:rPr lang="en-US"/>
              <a:t>Highlight numbers/percentage/amount mostly</a:t>
            </a:r>
            <a:endParaRPr/>
          </a:p>
          <a:p>
            <a:pPr indent="-274320" lvl="0" marL="274320" rtl="0" algn="l">
              <a:spcBef>
                <a:spcPts val="600"/>
              </a:spcBef>
              <a:spcAft>
                <a:spcPts val="0"/>
              </a:spcAft>
              <a:buSzPts val="1680"/>
              <a:buChar char="🞆"/>
            </a:pPr>
            <a:r>
              <a:rPr lang="en-US"/>
              <a:t>Highlight recent problems (within last 1-3 years)</a:t>
            </a:r>
            <a:endParaRPr/>
          </a:p>
        </p:txBody>
      </p:sp>
      <p:graphicFrame>
        <p:nvGraphicFramePr>
          <p:cNvPr id="289" name="Google Shape;289;p5"/>
          <p:cNvGraphicFramePr/>
          <p:nvPr/>
        </p:nvGraphicFramePr>
        <p:xfrm>
          <a:off x="1600200" y="3429000"/>
          <a:ext cx="3000000" cy="3000000"/>
        </p:xfrm>
        <a:graphic>
          <a:graphicData uri="http://schemas.openxmlformats.org/drawingml/2006/table">
            <a:tbl>
              <a:tblPr>
                <a:noFill/>
                <a:tableStyleId>{93ED9ADC-B2F1-4BBE-8914-B06CDCA24EA2}</a:tableStyleId>
              </a:tblPr>
              <a:tblGrid>
                <a:gridCol w="468675"/>
                <a:gridCol w="628725"/>
                <a:gridCol w="571575"/>
                <a:gridCol w="685875"/>
                <a:gridCol w="628725"/>
                <a:gridCol w="685875"/>
                <a:gridCol w="1759800"/>
              </a:tblGrid>
              <a:tr h="152400">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Year</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Number of Robbery Cases</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Number of Murder Cases</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Number of Kidnapping Cases</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Number of Theft Cases</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Number of Burglary Cases</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Source</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2400">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2010</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220</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245</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139</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1915</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555</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(“Crime Statistics,” 2010)</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2400">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2011</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294</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259</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118</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2050</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589</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(“Crime Statistics,” 2011)</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2400">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2012</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222</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264</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149</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2240</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592</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(“Crime Statistics,” 2012)</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2400">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2013</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241</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270</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165</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2196</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534</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(“Crime Statistics,” 2013)</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2400">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2014</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265</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262</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176</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2130</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650</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(“Crime Statistics,” 2014)</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2400">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2015</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205</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239</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146</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1711</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642</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(“Crime Statistics,” 2015)</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2400">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2016</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131</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165</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103</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1516</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547</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(“Crime Statistics,” 2016)</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2400">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2017</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103</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218</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85</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1197</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554</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(“Crime Statistics,” 2017)</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2400">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2018</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83</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216</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75</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1290</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613</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(“Crime Statistics,” 2018)</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2400">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2019</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10</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19</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9</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127</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49</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u="none" cap="none" strike="noStrike">
                          <a:latin typeface="Times New Roman"/>
                          <a:ea typeface="Times New Roman"/>
                          <a:cs typeface="Times New Roman"/>
                          <a:sym typeface="Times New Roman"/>
                        </a:rPr>
                        <a:t>(“Crime Statistics,” 2019)</a:t>
                      </a:r>
                      <a:endParaRPr sz="12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problem statement</a:t>
            </a:r>
            <a:endParaRPr/>
          </a:p>
        </p:txBody>
      </p:sp>
      <p:sp>
        <p:nvSpPr>
          <p:cNvPr id="295" name="Google Shape;295;p6"/>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2 paragraphs are adequate (address research gap in 1</a:t>
            </a:r>
            <a:r>
              <a:rPr baseline="30000" lang="en-US"/>
              <a:t>st</a:t>
            </a:r>
            <a:r>
              <a:rPr lang="en-US"/>
              <a:t> paragraph and research statement in 2</a:t>
            </a:r>
            <a:r>
              <a:rPr baseline="30000" lang="en-US"/>
              <a:t>nd</a:t>
            </a:r>
            <a:r>
              <a:rPr lang="en-US"/>
              <a:t> )</a:t>
            </a:r>
            <a:endParaRPr/>
          </a:p>
          <a:p>
            <a:pPr indent="-274320" lvl="0" marL="274320" rtl="0" algn="l">
              <a:spcBef>
                <a:spcPts val="600"/>
              </a:spcBef>
              <a:spcAft>
                <a:spcPts val="0"/>
              </a:spcAft>
              <a:buSzPts val="1680"/>
              <a:buChar char="🞆"/>
            </a:pPr>
            <a:r>
              <a:rPr lang="en-US"/>
              <a:t>Example:</a:t>
            </a:r>
            <a:endParaRPr/>
          </a:p>
          <a:p>
            <a:pPr indent="-274320" lvl="0" marL="274320" rtl="0" algn="l">
              <a:spcBef>
                <a:spcPts val="600"/>
              </a:spcBef>
              <a:spcAft>
                <a:spcPts val="0"/>
              </a:spcAft>
              <a:buSzPts val="1680"/>
              <a:buChar char="🞆"/>
            </a:pPr>
            <a:r>
              <a:rPr lang="en-US"/>
              <a:t>Quantitative-based empirical research on consumer acceptance of IoT-enabled security facilities in homes is currently scarce and underexplored.</a:t>
            </a:r>
            <a:endParaRPr/>
          </a:p>
          <a:p>
            <a:pPr indent="-274320" lvl="0" marL="274320" rtl="0" algn="l">
              <a:spcBef>
                <a:spcPts val="600"/>
              </a:spcBef>
              <a:spcAft>
                <a:spcPts val="0"/>
              </a:spcAft>
              <a:buSzPts val="1680"/>
              <a:buChar char="🞆"/>
            </a:pPr>
            <a:r>
              <a:rPr lang="en-US"/>
              <a:t>It is vital to determine the factors that influence the intention to adopt IoT for home security at the households in Dhaka city</a:t>
            </a:r>
            <a:endParaRPr/>
          </a:p>
          <a:p>
            <a:pPr indent="-167640" lvl="0" marL="274320" rtl="0" algn="l">
              <a:spcBef>
                <a:spcPts val="600"/>
              </a:spcBef>
              <a:spcAft>
                <a:spcPts val="0"/>
              </a:spcAft>
              <a:buSzPts val="1680"/>
              <a:buNone/>
            </a:pPr>
            <a:r>
              <a:t/>
            </a:r>
            <a:endParaRPr/>
          </a:p>
          <a:p>
            <a:pPr indent="-167640" lvl="0" marL="274320" rtl="0" algn="l">
              <a:spcBef>
                <a:spcPts val="600"/>
              </a:spcBef>
              <a:spcAft>
                <a:spcPts val="0"/>
              </a:spcAft>
              <a:buSzPts val="168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Research Questions and objectives</a:t>
            </a:r>
            <a:endParaRPr/>
          </a:p>
        </p:txBody>
      </p:sp>
      <p:sp>
        <p:nvSpPr>
          <p:cNvPr id="301" name="Google Shape;301;p7"/>
          <p:cNvSpPr txBox="1"/>
          <p:nvPr>
            <p:ph idx="1" type="body"/>
          </p:nvPr>
        </p:nvSpPr>
        <p:spPr>
          <a:xfrm>
            <a:off x="304800" y="1600200"/>
            <a:ext cx="7848600" cy="4873752"/>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260"/>
              <a:buChar char="🞆"/>
            </a:pPr>
            <a:r>
              <a:rPr b="1" lang="en-US" sz="1800"/>
              <a:t>RQ1</a:t>
            </a:r>
            <a:r>
              <a:rPr lang="en-US" sz="1800"/>
              <a:t> – What skills development strategies and approaches are currently being used by web development companies?</a:t>
            </a:r>
            <a:endParaRPr/>
          </a:p>
          <a:p>
            <a:pPr indent="-274320" lvl="0" marL="274320" rtl="0" algn="l">
              <a:spcBef>
                <a:spcPts val="600"/>
              </a:spcBef>
              <a:spcAft>
                <a:spcPts val="0"/>
              </a:spcAft>
              <a:buSzPts val="1260"/>
              <a:buChar char="🞆"/>
            </a:pPr>
            <a:r>
              <a:rPr b="1" lang="en-US" sz="1800"/>
              <a:t>RQ2</a:t>
            </a:r>
            <a:r>
              <a:rPr lang="en-US" sz="1800"/>
              <a:t> – How effective are each of these strategies and approaches?</a:t>
            </a:r>
            <a:endParaRPr/>
          </a:p>
          <a:p>
            <a:pPr indent="-274320" lvl="0" marL="274320" rtl="0" algn="l">
              <a:spcBef>
                <a:spcPts val="600"/>
              </a:spcBef>
              <a:spcAft>
                <a:spcPts val="0"/>
              </a:spcAft>
              <a:buSzPts val="1260"/>
              <a:buChar char="🞆"/>
            </a:pPr>
            <a:r>
              <a:rPr b="1" lang="en-US" sz="1800"/>
              <a:t>RQ3</a:t>
            </a:r>
            <a:r>
              <a:rPr lang="en-US" sz="1800"/>
              <a:t> – What are the strengths and weaknesses of each of these strategies and approaches?</a:t>
            </a:r>
            <a:endParaRPr/>
          </a:p>
          <a:p>
            <a:pPr indent="-274320" lvl="0" marL="274320" rtl="0" algn="l">
              <a:spcBef>
                <a:spcPts val="600"/>
              </a:spcBef>
              <a:spcAft>
                <a:spcPts val="0"/>
              </a:spcAft>
              <a:buSzPts val="1260"/>
              <a:buChar char="🞆"/>
            </a:pPr>
            <a:r>
              <a:rPr lang="en-US" sz="1800"/>
              <a:t>RO1 – To identify common skills development strategies and approaches utilized by web development companies </a:t>
            </a:r>
            <a:endParaRPr/>
          </a:p>
          <a:p>
            <a:pPr indent="-274320" lvl="0" marL="274320" rtl="0" algn="l">
              <a:spcBef>
                <a:spcPts val="600"/>
              </a:spcBef>
              <a:spcAft>
                <a:spcPts val="0"/>
              </a:spcAft>
              <a:buSzPts val="1260"/>
              <a:buChar char="🞆"/>
            </a:pPr>
            <a:r>
              <a:rPr lang="en-US" sz="1800"/>
              <a:t>RO2 – To evaluate the effectiveness of these strategies and approaches.</a:t>
            </a:r>
            <a:endParaRPr/>
          </a:p>
          <a:p>
            <a:pPr indent="-274320" lvl="0" marL="274320" rtl="0" algn="l">
              <a:spcBef>
                <a:spcPts val="600"/>
              </a:spcBef>
              <a:spcAft>
                <a:spcPts val="0"/>
              </a:spcAft>
              <a:buSzPts val="1260"/>
              <a:buChar char="🞆"/>
            </a:pPr>
            <a:r>
              <a:rPr lang="en-US" sz="1800"/>
              <a:t>RO3 – To compare and contrast these strategies and approaches in terms of their strengths and weaknesses</a:t>
            </a:r>
            <a:r>
              <a:rPr lang="en-US"/>
              <a:t>.</a:t>
            </a:r>
            <a:endParaRPr/>
          </a:p>
          <a:p>
            <a:pPr indent="-274320" lvl="0" marL="274320" rtl="0" algn="l">
              <a:spcBef>
                <a:spcPts val="600"/>
              </a:spcBef>
              <a:spcAft>
                <a:spcPts val="0"/>
              </a:spcAft>
              <a:buSzPts val="1680"/>
              <a:buChar char="🞆"/>
            </a:pPr>
            <a:r>
              <a:rPr lang="en-US"/>
              <a:t>N.B: Research questions should be measurable and have to answer in Discussion Chapter. </a:t>
            </a:r>
            <a:endParaRPr/>
          </a:p>
          <a:p>
            <a:pPr indent="-274320" lvl="0" marL="274320" rtl="0" algn="l">
              <a:spcBef>
                <a:spcPts val="600"/>
              </a:spcBef>
              <a:spcAft>
                <a:spcPts val="0"/>
              </a:spcAft>
              <a:buSzPts val="1680"/>
              <a:buChar char="🞆"/>
            </a:pPr>
            <a:r>
              <a:rPr lang="en-US"/>
              <a:t>2-3 research questions/objectives are adequate at BSc level.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motivation</a:t>
            </a:r>
            <a:endParaRPr/>
          </a:p>
        </p:txBody>
      </p:sp>
      <p:sp>
        <p:nvSpPr>
          <p:cNvPr id="307" name="Google Shape;307;p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Be specific, concrete as much as possible</a:t>
            </a:r>
            <a:endParaRPr/>
          </a:p>
          <a:p>
            <a:pPr indent="-274320" lvl="0" marL="274320" rtl="0" algn="l">
              <a:spcBef>
                <a:spcPts val="600"/>
              </a:spcBef>
              <a:spcAft>
                <a:spcPts val="0"/>
              </a:spcAft>
              <a:buSzPts val="1680"/>
              <a:buChar char="🞆"/>
            </a:pPr>
            <a:r>
              <a:rPr lang="en-US"/>
              <a:t>Highlight who and how will be benefitted</a:t>
            </a:r>
            <a:endParaRPr/>
          </a:p>
          <a:p>
            <a:pPr indent="-274320" lvl="0" marL="274320" rtl="0" algn="l">
              <a:spcBef>
                <a:spcPts val="600"/>
              </a:spcBef>
              <a:spcAft>
                <a:spcPts val="0"/>
              </a:spcAft>
              <a:buSzPts val="1680"/>
              <a:buChar char="🞆"/>
            </a:pPr>
            <a:r>
              <a:rPr lang="en-US"/>
              <a:t>How your work is beneficial at individual, social, national or global level?</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Example:</a:t>
            </a:r>
            <a:endParaRPr/>
          </a:p>
          <a:p>
            <a:pPr indent="-274320" lvl="0" marL="274320" rtl="0" algn="l">
              <a:spcBef>
                <a:spcPts val="600"/>
              </a:spcBef>
              <a:spcAft>
                <a:spcPts val="0"/>
              </a:spcAft>
              <a:buSzPts val="1680"/>
              <a:buChar char="🞆"/>
            </a:pPr>
            <a:r>
              <a:rPr lang="en-US"/>
              <a:t>It is anticipated that burglary and other criminal attempts at households can be reduced if an IoT-empowered security system can thoroughly be introduced to the household of Dhaka city and more than 200 million people will be benefited.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Scope and Limitations</a:t>
            </a:r>
            <a:endParaRPr/>
          </a:p>
        </p:txBody>
      </p:sp>
      <p:sp>
        <p:nvSpPr>
          <p:cNvPr id="313" name="Google Shape;313;p9"/>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Define the boundary, I mean what to include and what to ignore (can be called assumptions).</a:t>
            </a:r>
            <a:endParaRPr/>
          </a:p>
          <a:p>
            <a:pPr indent="-274320" lvl="0" marL="274320" rtl="0" algn="l">
              <a:spcBef>
                <a:spcPts val="600"/>
              </a:spcBef>
              <a:spcAft>
                <a:spcPts val="0"/>
              </a:spcAft>
              <a:buSzPts val="1680"/>
              <a:buChar char="🞆"/>
            </a:pPr>
            <a:r>
              <a:rPr lang="en-US"/>
              <a:t>Also define concrete and optional goals</a:t>
            </a:r>
            <a:endParaRPr/>
          </a:p>
          <a:p>
            <a:pPr indent="-274320" lvl="0" marL="274320" rtl="0" algn="l">
              <a:spcBef>
                <a:spcPts val="600"/>
              </a:spcBef>
              <a:spcAft>
                <a:spcPts val="0"/>
              </a:spcAft>
              <a:buSzPts val="1680"/>
              <a:buChar char="🞆"/>
            </a:pPr>
            <a:r>
              <a:rPr lang="en-US"/>
              <a:t>Address the potential challenges and how to address those.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structure</a:t>
            </a:r>
            <a:endParaRPr/>
          </a:p>
        </p:txBody>
      </p:sp>
      <p:sp>
        <p:nvSpPr>
          <p:cNvPr id="319" name="Google Shape;319;p10"/>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Example:</a:t>
            </a:r>
            <a:endParaRPr/>
          </a:p>
          <a:p>
            <a:pPr indent="-274320" lvl="0" marL="274320" rtl="0" algn="just">
              <a:spcBef>
                <a:spcPts val="600"/>
              </a:spcBef>
              <a:spcAft>
                <a:spcPts val="0"/>
              </a:spcAft>
              <a:buSzPts val="1680"/>
              <a:buChar char="🞆"/>
            </a:pPr>
            <a:r>
              <a:rPr lang="en-US"/>
              <a:t>This thesis is organized into six chapters. First, background information is supplied in chapter 1, which leads to problem statements, research questions, and objectives. Subsequently, chapter 2 looks at the current literature on adoption ideas. Furthermore, an acceptable model is chosen, together with argumentation for the relevance to the research's environment. In addition, a list of hypotheses is proposed following the research model. Afterward, chapter 3 provides a thorough explanation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1"/>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Research Gap</a:t>
            </a:r>
            <a:endParaRPr/>
          </a:p>
        </p:txBody>
      </p:sp>
      <p:sp>
        <p:nvSpPr>
          <p:cNvPr id="325" name="Google Shape;325;p11"/>
          <p:cNvSpPr txBox="1"/>
          <p:nvPr>
            <p:ph idx="1" type="subTitle"/>
          </p:nvPr>
        </p:nvSpPr>
        <p:spPr>
          <a:xfrm>
            <a:off x="2286000" y="5003322"/>
            <a:ext cx="6629400" cy="137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260"/>
              <a:buNone/>
            </a:pPr>
            <a:r>
              <a:rPr lang="en-US"/>
              <a:t>Dr. Arif Mahmud</a:t>
            </a:r>
            <a:endParaRPr/>
          </a:p>
          <a:p>
            <a:pPr indent="0" lvl="0" marL="0" rtl="0" algn="l">
              <a:spcBef>
                <a:spcPts val="600"/>
              </a:spcBef>
              <a:spcAft>
                <a:spcPts val="0"/>
              </a:spcAft>
              <a:buSzPts val="1260"/>
              <a:buNone/>
            </a:pPr>
            <a:r>
              <a:rPr lang="en-US"/>
              <a:t>Associate Professor &amp; Associate Head</a:t>
            </a:r>
            <a:endParaRPr/>
          </a:p>
          <a:p>
            <a:pPr indent="0" lvl="0" marL="0" rtl="0" algn="l">
              <a:spcBef>
                <a:spcPts val="600"/>
              </a:spcBef>
              <a:spcAft>
                <a:spcPts val="0"/>
              </a:spcAft>
              <a:buSzPts val="1260"/>
              <a:buNone/>
            </a:pPr>
            <a:r>
              <a:rPr lang="en-US"/>
              <a:t>Department of CSE, Daffodil International University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What is a ‘gap in the literature’?</a:t>
            </a:r>
            <a:endParaRPr/>
          </a:p>
        </p:txBody>
      </p:sp>
      <p:sp>
        <p:nvSpPr>
          <p:cNvPr id="331" name="Google Shape;331;p12"/>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The gap, also considered the missing piece or pieces in the research literature, is the area that has not yet been explored or is under-explored. This could be a population or sample (size, type, location, etc.), research method, data collection and/or analysis, or other research variables or conditions.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Why is it important to identify a unique research gap?</a:t>
            </a:r>
            <a:endParaRPr/>
          </a:p>
        </p:txBody>
      </p:sp>
      <p:sp>
        <p:nvSpPr>
          <p:cNvPr id="337" name="Google Shape;337;p1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Assume that you have completed your research work and published the findings only to find out that another researcher has already published something similar. How devastating would that be! Therefore, it is necessary to find out those problems in your research field which have not been addressed before. Not only would you be investing your funds and resources in the right project but also increasing the chances of your research findings getting published.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4"/>
          <p:cNvSpPr txBox="1"/>
          <p:nvPr>
            <p:ph type="title"/>
          </p:nvPr>
        </p:nvSpPr>
        <p:spPr>
          <a:xfrm>
            <a:off x="609600" y="-571500"/>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Types of Research Gaps</a:t>
            </a:r>
            <a:endParaRPr/>
          </a:p>
        </p:txBody>
      </p:sp>
      <p:pic>
        <p:nvPicPr>
          <p:cNvPr id="343" name="Google Shape;343;p14"/>
          <p:cNvPicPr preferRelativeResize="0"/>
          <p:nvPr>
            <p:ph idx="1" type="body"/>
          </p:nvPr>
        </p:nvPicPr>
        <p:blipFill rotWithShape="1">
          <a:blip r:embed="rId3">
            <a:alphaModFix/>
          </a:blip>
          <a:srcRect b="0" l="0" r="0" t="0"/>
          <a:stretch/>
        </p:blipFill>
        <p:spPr>
          <a:xfrm>
            <a:off x="228600" y="571500"/>
            <a:ext cx="8305800" cy="60547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1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Examples</a:t>
            </a:r>
            <a:endParaRPr/>
          </a:p>
        </p:txBody>
      </p:sp>
      <p:sp>
        <p:nvSpPr>
          <p:cNvPr id="349" name="Google Shape;349;p15"/>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fontScale="55000" lnSpcReduction="20000"/>
          </a:bodyPr>
          <a:lstStyle/>
          <a:p>
            <a:pPr indent="-274320" lvl="0" marL="274320" rtl="0" algn="l">
              <a:spcBef>
                <a:spcPts val="0"/>
              </a:spcBef>
              <a:spcAft>
                <a:spcPts val="0"/>
              </a:spcAft>
              <a:buSzPct val="70000"/>
              <a:buChar char="🞆"/>
            </a:pPr>
            <a:br>
              <a:rPr b="1" lang="en-US"/>
            </a:br>
            <a:r>
              <a:rPr b="1" lang="en-US"/>
              <a:t>Evidence Gap :</a:t>
            </a:r>
            <a:r>
              <a:rPr lang="en-US"/>
              <a:t> (Contradictory Evidence Gap)</a:t>
            </a:r>
            <a:br>
              <a:rPr lang="en-US"/>
            </a:br>
            <a:r>
              <a:rPr lang="en-US"/>
              <a:t>Results from studies allow for conclusions in their own right, but are contradictory when examined from a more abstract point of view [Jacobs, 2011; Müller-Bloch &amp; Kranz, 2014; Miles, 2017].</a:t>
            </a:r>
            <a:endParaRPr/>
          </a:p>
          <a:p>
            <a:pPr indent="-274320" lvl="0" marL="274320" rtl="0" algn="l">
              <a:spcBef>
                <a:spcPts val="600"/>
              </a:spcBef>
              <a:spcAft>
                <a:spcPts val="0"/>
              </a:spcAft>
              <a:buSzPct val="70000"/>
              <a:buChar char="🞆"/>
            </a:pPr>
            <a:r>
              <a:rPr b="1" lang="en-US"/>
              <a:t>2.Knowledge Gap :</a:t>
            </a:r>
            <a:br>
              <a:rPr b="1" lang="en-US"/>
            </a:br>
            <a:r>
              <a:rPr lang="en-US"/>
              <a:t>Desired research findings do not exist [Jacobs, 2011; Müller-Bloch &amp; Kranz, 2014; Miles, 2017].</a:t>
            </a:r>
            <a:endParaRPr/>
          </a:p>
          <a:p>
            <a:pPr indent="-274320" lvl="0" marL="274320" rtl="0" algn="l">
              <a:spcBef>
                <a:spcPts val="600"/>
              </a:spcBef>
              <a:spcAft>
                <a:spcPts val="0"/>
              </a:spcAft>
              <a:buSzPct val="70000"/>
              <a:buChar char="🞆"/>
            </a:pPr>
            <a:r>
              <a:rPr b="1" lang="en-US"/>
              <a:t>3.Practical-Knowledge Conflict Gap :</a:t>
            </a:r>
            <a:br>
              <a:rPr b="1" lang="en-US"/>
            </a:br>
            <a:r>
              <a:rPr lang="en-US"/>
              <a:t>Professional behavior or practices deviate from research findings or are not covered by research [Jacobs, 2011; Müller-Bloch &amp; Kranz, 2014; Miles, 2017].</a:t>
            </a:r>
            <a:endParaRPr/>
          </a:p>
          <a:p>
            <a:pPr indent="-274320" lvl="0" marL="274320" rtl="0" algn="l">
              <a:spcBef>
                <a:spcPts val="600"/>
              </a:spcBef>
              <a:spcAft>
                <a:spcPts val="0"/>
              </a:spcAft>
              <a:buSzPct val="70000"/>
              <a:buChar char="🞆"/>
            </a:pPr>
            <a:r>
              <a:rPr b="1" lang="en-US"/>
              <a:t>4.Methodological Gap :</a:t>
            </a:r>
            <a:br>
              <a:rPr b="1" lang="en-US"/>
            </a:br>
            <a:r>
              <a:rPr lang="en-US"/>
              <a:t>A variation of research methods is necessary to generate new insights or to avoid distorted findings [Jacobs, 2011; Müller-Bloch &amp; Kranz, 2014; Miles, 2017].</a:t>
            </a:r>
            <a:endParaRPr/>
          </a:p>
          <a:p>
            <a:pPr indent="-274320" lvl="0" marL="274320" rtl="0" algn="l">
              <a:spcBef>
                <a:spcPts val="600"/>
              </a:spcBef>
              <a:spcAft>
                <a:spcPts val="0"/>
              </a:spcAft>
              <a:buSzPct val="70000"/>
              <a:buChar char="🞆"/>
            </a:pPr>
            <a:r>
              <a:rPr b="1" lang="en-US"/>
              <a:t>5.Empirical Gap :</a:t>
            </a:r>
            <a:br>
              <a:rPr b="1" lang="en-US"/>
            </a:br>
            <a:r>
              <a:rPr lang="en-US"/>
              <a:t>Research findings or propositions need to be evaluated or empirically verified [Jacobs, 2011; Müller-Bloch &amp; Kranz, 2014; Miles, 2017].</a:t>
            </a:r>
            <a:endParaRPr/>
          </a:p>
          <a:p>
            <a:pPr indent="-274320" lvl="0" marL="274320" rtl="0" algn="l">
              <a:spcBef>
                <a:spcPts val="600"/>
              </a:spcBef>
              <a:spcAft>
                <a:spcPts val="0"/>
              </a:spcAft>
              <a:buSzPct val="70000"/>
              <a:buChar char="🞆"/>
            </a:pPr>
            <a:r>
              <a:rPr b="1" lang="en-US"/>
              <a:t>6.Theoretical Gap :</a:t>
            </a:r>
            <a:br>
              <a:rPr b="1" lang="en-US"/>
            </a:br>
            <a:r>
              <a:rPr lang="en-US"/>
              <a:t>Theory should be applied to certain research issues to generate new insights. There is lack of theory thus a gap exists [Müller-Bloch &amp; Kranz, 2014; Jacobs, 2011; Müller-Bloch &amp; Kranz, 2014; Miles, 2017].</a:t>
            </a:r>
            <a:endParaRPr/>
          </a:p>
          <a:p>
            <a:pPr indent="-274320" lvl="0" marL="274320" rtl="0" algn="l">
              <a:spcBef>
                <a:spcPts val="600"/>
              </a:spcBef>
              <a:spcAft>
                <a:spcPts val="0"/>
              </a:spcAft>
              <a:buSzPct val="70000"/>
              <a:buChar char="🞆"/>
            </a:pPr>
            <a:r>
              <a:rPr b="1" lang="en-US"/>
              <a:t>7.Population Gap :</a:t>
            </a:r>
            <a:br>
              <a:rPr b="1" lang="en-US"/>
            </a:br>
            <a:r>
              <a:rPr lang="en-US"/>
              <a:t>Research regarding the population that is not adequately represented or under-researched in the evidence base or prior research [Robinson, et al, 2011].</a:t>
            </a:r>
            <a:endParaRPr/>
          </a:p>
          <a:p>
            <a:pPr indent="-215646" lvl="0" marL="274320" rtl="0" algn="l">
              <a:spcBef>
                <a:spcPts val="600"/>
              </a:spcBef>
              <a:spcAft>
                <a:spcPts val="0"/>
              </a:spcAft>
              <a:buSzPct val="70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Common Research Gaps</a:t>
            </a:r>
            <a:endParaRPr/>
          </a:p>
        </p:txBody>
      </p:sp>
      <p:sp>
        <p:nvSpPr>
          <p:cNvPr id="355" name="Google Shape;355;p16"/>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167640" lvl="0" marL="274320" rtl="0" algn="l">
              <a:spcBef>
                <a:spcPts val="0"/>
              </a:spcBef>
              <a:spcAft>
                <a:spcPts val="0"/>
              </a:spcAft>
              <a:buSzPts val="1680"/>
              <a:buNone/>
            </a:pPr>
            <a:r>
              <a:t/>
            </a:r>
            <a:endParaRPr/>
          </a:p>
        </p:txBody>
      </p:sp>
      <p:pic>
        <p:nvPicPr>
          <p:cNvPr id="356" name="Google Shape;356;p16"/>
          <p:cNvPicPr preferRelativeResize="0"/>
          <p:nvPr/>
        </p:nvPicPr>
        <p:blipFill rotWithShape="1">
          <a:blip r:embed="rId3">
            <a:alphaModFix/>
          </a:blip>
          <a:srcRect b="0" l="0" r="0" t="0"/>
          <a:stretch/>
        </p:blipFill>
        <p:spPr>
          <a:xfrm>
            <a:off x="760980" y="1652588"/>
            <a:ext cx="6630419" cy="490061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How to Identify Research Gaps</a:t>
            </a:r>
            <a:endParaRPr/>
          </a:p>
        </p:txBody>
      </p:sp>
      <p:sp>
        <p:nvSpPr>
          <p:cNvPr id="362" name="Google Shape;362;p1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Literature Review</a:t>
            </a:r>
            <a:endParaRPr/>
          </a:p>
          <a:p>
            <a:pPr indent="-274320" lvl="0" marL="274320" rtl="0" algn="l">
              <a:spcBef>
                <a:spcPts val="600"/>
              </a:spcBef>
              <a:spcAft>
                <a:spcPts val="0"/>
              </a:spcAft>
              <a:buSzPts val="1680"/>
              <a:buChar char="🞆"/>
            </a:pPr>
            <a:r>
              <a:rPr lang="en-US"/>
              <a:t>Critical Analysis</a:t>
            </a:r>
            <a:endParaRPr/>
          </a:p>
          <a:p>
            <a:pPr indent="-274320" lvl="0" marL="274320" rtl="0" algn="l">
              <a:spcBef>
                <a:spcPts val="600"/>
              </a:spcBef>
              <a:spcAft>
                <a:spcPts val="0"/>
              </a:spcAft>
              <a:buSzPts val="1680"/>
              <a:buChar char="🞆"/>
            </a:pPr>
            <a:r>
              <a:rPr lang="en-US"/>
              <a:t>Discussions with Peers and Mentors</a:t>
            </a:r>
            <a:endParaRPr/>
          </a:p>
          <a:p>
            <a:pPr indent="-274320" lvl="0" marL="274320" rtl="0" algn="l">
              <a:spcBef>
                <a:spcPts val="600"/>
              </a:spcBef>
              <a:spcAft>
                <a:spcPts val="0"/>
              </a:spcAft>
              <a:buSzPts val="1680"/>
              <a:buChar char="🞆"/>
            </a:pPr>
            <a:r>
              <a:rPr lang="en-US"/>
              <a:t>Attending Conferences and Seminars</a:t>
            </a:r>
            <a:endParaRPr/>
          </a:p>
          <a:p>
            <a:pPr indent="-274320" lvl="0" marL="274320" rtl="0" algn="l">
              <a:spcBef>
                <a:spcPts val="600"/>
              </a:spcBef>
              <a:spcAft>
                <a:spcPts val="0"/>
              </a:spcAft>
              <a:buSzPts val="1680"/>
              <a:buChar char="🞆"/>
            </a:pPr>
            <a:r>
              <a:rPr lang="en-US"/>
              <a:t>Engaging with Practitioners or Stakeholders</a:t>
            </a:r>
            <a:endParaRPr/>
          </a:p>
          <a:p>
            <a:pPr indent="-274320" lvl="0" marL="274320" rtl="0" algn="l">
              <a:spcBef>
                <a:spcPts val="600"/>
              </a:spcBef>
              <a:spcAft>
                <a:spcPts val="0"/>
              </a:spcAft>
              <a:buSzPts val="1680"/>
              <a:buChar char="🞆"/>
            </a:pPr>
            <a:r>
              <a:rPr lang="en-US"/>
              <a:t>Utilizing Concept Mapping or Mind Mapping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1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Points to avoid</a:t>
            </a:r>
            <a:endParaRPr/>
          </a:p>
        </p:txBody>
      </p:sp>
      <p:sp>
        <p:nvSpPr>
          <p:cNvPr id="368" name="Google Shape;368;p1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fontScale="92500"/>
          </a:bodyPr>
          <a:lstStyle/>
          <a:p>
            <a:pPr indent="-274320" lvl="0" marL="274320" rtl="0" algn="just">
              <a:spcBef>
                <a:spcPts val="0"/>
              </a:spcBef>
              <a:spcAft>
                <a:spcPts val="0"/>
              </a:spcAft>
              <a:buSzPct val="70000"/>
              <a:buChar char="🞆"/>
            </a:pPr>
            <a:r>
              <a:rPr lang="en-US"/>
              <a:t>Too much description and analysis of the previously done studies must be avoided to keep the thesis research gap indicative and emblematic.</a:t>
            </a:r>
            <a:endParaRPr/>
          </a:p>
          <a:p>
            <a:pPr indent="-274320" lvl="0" marL="274320" rtl="0" algn="just">
              <a:spcBef>
                <a:spcPts val="600"/>
              </a:spcBef>
              <a:spcAft>
                <a:spcPts val="0"/>
              </a:spcAft>
              <a:buSzPct val="70000"/>
              <a:buChar char="🞆"/>
            </a:pPr>
            <a:r>
              <a:rPr lang="en-US"/>
              <a:t>Avoid giving too much statistical information.</a:t>
            </a:r>
            <a:endParaRPr/>
          </a:p>
          <a:p>
            <a:pPr indent="-274320" lvl="0" marL="274320" rtl="0" algn="just">
              <a:spcBef>
                <a:spcPts val="600"/>
              </a:spcBef>
              <a:spcAft>
                <a:spcPts val="0"/>
              </a:spcAft>
              <a:buSzPct val="70000"/>
              <a:buChar char="🞆"/>
            </a:pPr>
            <a:r>
              <a:rPr lang="en-US"/>
              <a:t>Avoid not reading enough. Identifying a research gap needs thorough reading, not skimping through facts.</a:t>
            </a:r>
            <a:endParaRPr/>
          </a:p>
          <a:p>
            <a:pPr indent="-274320" lvl="0" marL="274320" rtl="0" algn="just">
              <a:spcBef>
                <a:spcPts val="600"/>
              </a:spcBef>
              <a:spcAft>
                <a:spcPts val="0"/>
              </a:spcAft>
              <a:buSzPct val="70000"/>
              <a:buChar char="🞆"/>
            </a:pPr>
            <a:r>
              <a:rPr lang="en-US"/>
              <a:t>Avoid failing to accurately identify the need for further study and the lack of a persuasive framework for the identification of the research gap.</a:t>
            </a:r>
            <a:endParaRPr/>
          </a:p>
          <a:p>
            <a:pPr indent="-274320" lvl="0" marL="274320" rtl="0" algn="just">
              <a:spcBef>
                <a:spcPts val="600"/>
              </a:spcBef>
              <a:spcAft>
                <a:spcPts val="0"/>
              </a:spcAft>
              <a:buSzPct val="70000"/>
              <a:buChar char="🞆"/>
            </a:pPr>
            <a:r>
              <a:rPr lang="en-US"/>
              <a:t>Avoid not using enough citations for supporting the identified lacuna.</a:t>
            </a:r>
            <a:endParaRPr/>
          </a:p>
          <a:p>
            <a:pPr indent="-274320" lvl="0" marL="274320" rtl="0" algn="just">
              <a:spcBef>
                <a:spcPts val="600"/>
              </a:spcBef>
              <a:spcAft>
                <a:spcPts val="0"/>
              </a:spcAft>
              <a:buSzPct val="70000"/>
              <a:buChar char="🞆"/>
            </a:pPr>
            <a:r>
              <a:rPr lang="en-US"/>
              <a:t>Avoid not stating the significance of the identified gaps.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1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Example</a:t>
            </a:r>
            <a:endParaRPr/>
          </a:p>
        </p:txBody>
      </p:sp>
      <p:sp>
        <p:nvSpPr>
          <p:cNvPr id="374" name="Google Shape;374;p19"/>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fontScale="70000" lnSpcReduction="20000"/>
          </a:bodyPr>
          <a:lstStyle/>
          <a:p>
            <a:pPr indent="-274320" lvl="0" marL="274320" rtl="0" algn="just">
              <a:spcBef>
                <a:spcPts val="0"/>
              </a:spcBef>
              <a:spcAft>
                <a:spcPts val="0"/>
              </a:spcAft>
              <a:buSzPct val="70000"/>
              <a:buChar char="🞆"/>
            </a:pPr>
            <a:r>
              <a:rPr lang="en-US"/>
              <a:t>According to Macik (2017), the global research interest in IoT-related topics began around 2008. However, since 2013, several high-quality journals indexed in Scopus, Web of Science, and other databases have observed a considerable rise. Almost all of the publications are about IoT's technical development in computer and electrical engineering. A small amount of research related to this research (around 8.6%) is in management, social science, and others (Macik, 2017). This includes papers on consumer adoption of IoT in various nations (Luthra et al., 2018; Miazi et al., 2016). In addition, some research on smart homes and home automation has also been carried out (Yang et al., 2018; Park et al., 2017; Baudier et al., 2020). Furthermore, academics have focused on user adoption of IoT devices and services (Hsu &amp; Lin, 2016; Hsu &amp; Lin, 2018). It is important to note that household security issues are partially included as one of the elements or constructs in these papers (Hsu &amp; Lin, 2016; Hsu &amp; Lin, 2018; Yang et al., 2018; Luthra, et al., 2018; Miazi et al., 2016). Nonetheless, quantitative-based empirical research on consumer acceptance of IoT-enabled security facilities in homes is currently scarce and underexplored.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Further Resources</a:t>
            </a:r>
            <a:endParaRPr/>
          </a:p>
        </p:txBody>
      </p:sp>
      <p:sp>
        <p:nvSpPr>
          <p:cNvPr id="380" name="Google Shape;380;p20"/>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fontScale="70000" lnSpcReduction="20000"/>
          </a:bodyPr>
          <a:lstStyle/>
          <a:p>
            <a:pPr indent="-274320" lvl="0" marL="274320" rtl="0" algn="just">
              <a:spcBef>
                <a:spcPts val="0"/>
              </a:spcBef>
              <a:spcAft>
                <a:spcPts val="0"/>
              </a:spcAft>
              <a:buSzPct val="70000"/>
              <a:buChar char="🞆"/>
            </a:pPr>
            <a:r>
              <a:rPr lang="en-US"/>
              <a:t>Müller-Bloch, C., &amp; Kranz, J. (2015). A framework for rigorously identifying research gaps in qualitative literature reviews.</a:t>
            </a:r>
            <a:endParaRPr/>
          </a:p>
          <a:p>
            <a:pPr indent="-274320" lvl="0" marL="274320" rtl="0" algn="just">
              <a:spcBef>
                <a:spcPts val="600"/>
              </a:spcBef>
              <a:spcAft>
                <a:spcPts val="0"/>
              </a:spcAft>
              <a:buSzPct val="70000"/>
              <a:buChar char="🞆"/>
            </a:pPr>
            <a:r>
              <a:rPr lang="en-US"/>
              <a:t>Kavuri, Anil Savio and Milne, Alistair K. L., Fintech and the Future of Financial Services: What Are the Research Gaps? (February 13, 2019). CAMA Working Paper No. 18/2019</a:t>
            </a:r>
            <a:endParaRPr/>
          </a:p>
          <a:p>
            <a:pPr indent="-274320" lvl="0" marL="274320" rtl="0" algn="just">
              <a:spcBef>
                <a:spcPts val="600"/>
              </a:spcBef>
              <a:spcAft>
                <a:spcPts val="0"/>
              </a:spcAft>
              <a:buSzPct val="70000"/>
              <a:buChar char="🞆"/>
            </a:pPr>
            <a:r>
              <a:rPr lang="en-US"/>
              <a:t>Chandra. (2017). How to Write a Thesis : A Working Guide. Retrieved from https://www.student.uwa.edu.au/__data/assets/pdf_file/0007/1919239/How-to-write-a-thesis-A-working-guide.pdf</a:t>
            </a:r>
            <a:endParaRPr/>
          </a:p>
          <a:p>
            <a:pPr indent="-274320" lvl="0" marL="274320" rtl="0" algn="just">
              <a:spcBef>
                <a:spcPts val="600"/>
              </a:spcBef>
              <a:spcAft>
                <a:spcPts val="0"/>
              </a:spcAft>
              <a:buSzPct val="70000"/>
              <a:buChar char="🞆"/>
            </a:pPr>
            <a:r>
              <a:rPr lang="en-US"/>
              <a:t>Oulu. (2012). GUIDELINES FOR WRITING A THESIS. Retrieved from https://www.oulu.fi/sites/default/files/content/Guidelines.pdf</a:t>
            </a:r>
            <a:endParaRPr/>
          </a:p>
          <a:p>
            <a:pPr indent="-274320" lvl="0" marL="274320" rtl="0" algn="just">
              <a:spcBef>
                <a:spcPts val="600"/>
              </a:spcBef>
              <a:spcAft>
                <a:spcPts val="0"/>
              </a:spcAft>
              <a:buSzPct val="70000"/>
              <a:buChar char="🞆"/>
            </a:pPr>
            <a:r>
              <a:rPr lang="en-US"/>
              <a:t>Pubrica. (2021). Framework for the Identirication Of the Research Gap. Retrieved September 30, 2021, from Pubrica website: http://pubrica.com/academy/uncategorized/a-framework-for-the-identification-of-the-research-gap/</a:t>
            </a:r>
            <a:endParaRPr/>
          </a:p>
          <a:p>
            <a:pPr indent="-274320" lvl="0" marL="274320" rtl="0" algn="just">
              <a:spcBef>
                <a:spcPts val="600"/>
              </a:spcBef>
              <a:spcAft>
                <a:spcPts val="0"/>
              </a:spcAft>
              <a:buSzPct val="70000"/>
              <a:buChar char="🞆"/>
            </a:pPr>
            <a:r>
              <a:rPr lang="en-US"/>
              <a:t>Tsoulfas, G. (2021). The Importance of Research. Journal of the American College of Surgeons, 232(5), 680–681. https://doi.org/10.1016/j.jamcollsurg.2021.02.003</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1"/>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Scope of The Study</a:t>
            </a:r>
            <a:endParaRPr/>
          </a:p>
        </p:txBody>
      </p:sp>
      <p:sp>
        <p:nvSpPr>
          <p:cNvPr id="386" name="Google Shape;386;p21"/>
          <p:cNvSpPr txBox="1"/>
          <p:nvPr>
            <p:ph idx="1" type="subTitle"/>
          </p:nvPr>
        </p:nvSpPr>
        <p:spPr>
          <a:xfrm>
            <a:off x="2286000" y="5003322"/>
            <a:ext cx="6629400" cy="137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260"/>
              <a:buNone/>
            </a:pPr>
            <a:r>
              <a:rPr lang="en-US"/>
              <a:t>Dr. Arif Mahmud</a:t>
            </a:r>
            <a:endParaRPr/>
          </a:p>
          <a:p>
            <a:pPr indent="0" lvl="0" marL="0" rtl="0" algn="l">
              <a:spcBef>
                <a:spcPts val="600"/>
              </a:spcBef>
              <a:spcAft>
                <a:spcPts val="0"/>
              </a:spcAft>
              <a:buSzPts val="1260"/>
              <a:buNone/>
            </a:pPr>
            <a:r>
              <a:rPr lang="en-US"/>
              <a:t>Associate Professor &amp; Associate Head</a:t>
            </a:r>
            <a:endParaRPr/>
          </a:p>
          <a:p>
            <a:pPr indent="0" lvl="0" marL="0" rtl="0" algn="l">
              <a:spcBef>
                <a:spcPts val="600"/>
              </a:spcBef>
              <a:spcAft>
                <a:spcPts val="0"/>
              </a:spcAft>
              <a:buSzPts val="1260"/>
              <a:buNone/>
            </a:pPr>
            <a:r>
              <a:rPr lang="en-US"/>
              <a:t>Department of CSE, Daffodil International University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Scope and Delimitation</a:t>
            </a:r>
            <a:endParaRPr/>
          </a:p>
        </p:txBody>
      </p:sp>
      <p:sp>
        <p:nvSpPr>
          <p:cNvPr id="392" name="Google Shape;392;p22"/>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680"/>
              <a:buChar char="🞆"/>
            </a:pPr>
            <a:r>
              <a:rPr lang="en-US"/>
              <a:t>Scope refers to the range of the research project and the study limitations set in place to define the boundaries of the project and delimitation refers to the specific aspects of the research project that the study will focus on.</a:t>
            </a:r>
            <a:endParaRPr/>
          </a:p>
          <a:p>
            <a:pPr indent="-274320" lvl="0" marL="274320" rtl="0" algn="just">
              <a:spcBef>
                <a:spcPts val="600"/>
              </a:spcBef>
              <a:spcAft>
                <a:spcPts val="0"/>
              </a:spcAft>
              <a:buSzPts val="1680"/>
              <a:buChar char="🞆"/>
            </a:pPr>
            <a:r>
              <a:rPr lang="en-US"/>
              <a:t>In simpler words, scope is the breadth of your study, while delimitation is the depth of your study.</a:t>
            </a:r>
            <a:endParaRPr/>
          </a:p>
          <a:p>
            <a:pPr indent="-274320" lvl="0" marL="274320" rtl="0" algn="just">
              <a:spcBef>
                <a:spcPts val="600"/>
              </a:spcBef>
              <a:spcAft>
                <a:spcPts val="0"/>
              </a:spcAft>
              <a:buSzPts val="1680"/>
              <a:buChar char="🞆"/>
            </a:pPr>
            <a:r>
              <a:rPr lang="en-US"/>
              <a:t>1 paragraph is adequate.</a:t>
            </a:r>
            <a:endParaRPr/>
          </a:p>
          <a:p>
            <a:pPr indent="-274320" lvl="0" marL="274320" rtl="0" algn="just">
              <a:spcBef>
                <a:spcPts val="600"/>
              </a:spcBef>
              <a:spcAft>
                <a:spcPts val="0"/>
              </a:spcAft>
              <a:buSzPts val="1680"/>
              <a:buChar char="🞆"/>
            </a:pPr>
            <a:r>
              <a:rPr lang="en-US"/>
              <a:t>Includes Introduction, Literature review (partly) and Methodology (mostly) chapters.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Scope Statement</a:t>
            </a:r>
            <a:endParaRPr/>
          </a:p>
        </p:txBody>
      </p:sp>
      <p:sp>
        <p:nvSpPr>
          <p:cNvPr id="398" name="Google Shape;398;p23"/>
          <p:cNvSpPr txBox="1"/>
          <p:nvPr>
            <p:ph idx="1" type="body"/>
          </p:nvPr>
        </p:nvSpPr>
        <p:spPr>
          <a:xfrm>
            <a:off x="457200" y="1600200"/>
            <a:ext cx="8077200" cy="487375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80"/>
              <a:buNone/>
            </a:pPr>
            <a:r>
              <a:rPr lang="en-US"/>
              <a:t>A good scope statement will answer the following six questions:</a:t>
            </a:r>
            <a:endParaRPr/>
          </a:p>
          <a:p>
            <a:pPr indent="-167640" lvl="0" marL="274320" rtl="0" algn="l">
              <a:spcBef>
                <a:spcPts val="600"/>
              </a:spcBef>
              <a:spcAft>
                <a:spcPts val="0"/>
              </a:spcAft>
              <a:buSzPts val="1680"/>
              <a:buNone/>
            </a:pPr>
            <a:r>
              <a:t/>
            </a:r>
            <a:endParaRPr/>
          </a:p>
          <a:p>
            <a:pPr indent="-167640" lvl="0" marL="274320" rtl="0" algn="l">
              <a:spcBef>
                <a:spcPts val="600"/>
              </a:spcBef>
              <a:spcAft>
                <a:spcPts val="0"/>
              </a:spcAft>
              <a:buSzPts val="1680"/>
              <a:buNone/>
            </a:pPr>
            <a:r>
              <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Why – Purpose and objectives .</a:t>
            </a:r>
            <a:endParaRPr/>
          </a:p>
          <a:p>
            <a:pPr indent="-274320" lvl="0" marL="274320" rtl="0" algn="l">
              <a:spcBef>
                <a:spcPts val="600"/>
              </a:spcBef>
              <a:spcAft>
                <a:spcPts val="0"/>
              </a:spcAft>
              <a:buSzPts val="1680"/>
              <a:buChar char="🞆"/>
            </a:pPr>
            <a:r>
              <a:rPr lang="en-US"/>
              <a:t>What – Topic, theory, model and variables.</a:t>
            </a:r>
            <a:endParaRPr/>
          </a:p>
          <a:p>
            <a:pPr indent="-274320" lvl="0" marL="274320" rtl="0" algn="l">
              <a:spcBef>
                <a:spcPts val="600"/>
              </a:spcBef>
              <a:spcAft>
                <a:spcPts val="0"/>
              </a:spcAft>
              <a:buSzPts val="1680"/>
              <a:buChar char="🞆"/>
            </a:pPr>
            <a:r>
              <a:rPr lang="en-US"/>
              <a:t>Where – Location of data with collection procedure.</a:t>
            </a:r>
            <a:endParaRPr/>
          </a:p>
          <a:p>
            <a:pPr indent="-274320" lvl="0" marL="274320" rtl="0" algn="l">
              <a:spcBef>
                <a:spcPts val="600"/>
              </a:spcBef>
              <a:spcAft>
                <a:spcPts val="0"/>
              </a:spcAft>
              <a:buSzPts val="1680"/>
              <a:buChar char="🞆"/>
            </a:pPr>
            <a:r>
              <a:rPr lang="en-US"/>
              <a:t>When – Timeframe and time dimension.</a:t>
            </a:r>
            <a:endParaRPr/>
          </a:p>
          <a:p>
            <a:pPr indent="-274320" lvl="0" marL="274320" rtl="0" algn="l">
              <a:spcBef>
                <a:spcPts val="600"/>
              </a:spcBef>
              <a:spcAft>
                <a:spcPts val="0"/>
              </a:spcAft>
              <a:buSzPts val="1680"/>
              <a:buChar char="🞆"/>
            </a:pPr>
            <a:r>
              <a:rPr lang="en-US"/>
              <a:t>Who – Population, sample and sampling.</a:t>
            </a:r>
            <a:endParaRPr/>
          </a:p>
          <a:p>
            <a:pPr indent="-274320" lvl="0" marL="274320" rtl="0" algn="l">
              <a:spcBef>
                <a:spcPts val="600"/>
              </a:spcBef>
              <a:spcAft>
                <a:spcPts val="0"/>
              </a:spcAft>
              <a:buSzPts val="1680"/>
              <a:buChar char="🞆"/>
            </a:pPr>
            <a:r>
              <a:rPr lang="en-US"/>
              <a:t>How – Methods, tools and analysis techniques.</a:t>
            </a:r>
            <a:endParaRPr/>
          </a:p>
        </p:txBody>
      </p:sp>
      <p:pic>
        <p:nvPicPr>
          <p:cNvPr id="399" name="Google Shape;399;p23"/>
          <p:cNvPicPr preferRelativeResize="0"/>
          <p:nvPr/>
        </p:nvPicPr>
        <p:blipFill rotWithShape="1">
          <a:blip r:embed="rId3">
            <a:alphaModFix/>
          </a:blip>
          <a:srcRect b="0" l="0" r="0" t="0"/>
          <a:stretch/>
        </p:blipFill>
        <p:spPr>
          <a:xfrm>
            <a:off x="450273" y="2590800"/>
            <a:ext cx="7772400" cy="7048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Draft Writing</a:t>
            </a:r>
            <a:endParaRPr/>
          </a:p>
        </p:txBody>
      </p:sp>
      <p:graphicFrame>
        <p:nvGraphicFramePr>
          <p:cNvPr id="405" name="Google Shape;405;p24"/>
          <p:cNvGraphicFramePr/>
          <p:nvPr/>
        </p:nvGraphicFramePr>
        <p:xfrm>
          <a:off x="457200" y="1676401"/>
          <a:ext cx="3000000" cy="3000000"/>
        </p:xfrm>
        <a:graphic>
          <a:graphicData uri="http://schemas.openxmlformats.org/drawingml/2006/table">
            <a:tbl>
              <a:tblPr>
                <a:noFill/>
                <a:tableStyleId>{93ED9ADC-B2F1-4BBE-8914-B06CDCA24EA2}</a:tableStyleId>
              </a:tblPr>
              <a:tblGrid>
                <a:gridCol w="2183725"/>
                <a:gridCol w="5588675"/>
              </a:tblGrid>
              <a:tr h="609600">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Purpose of the study</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To enhance the adoption of IoT-enabled security devices to reduce burglary</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09600">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Objectives</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To determine the factors that influence the intention to adopt IoT for security purposes at the households in Dhaka city.</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09600">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Conceptual model</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Integration of PMT and ASE with perceived trust and personal innovativeness as moderators </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00">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Population</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Household members who are the potential users of Dhaka city</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00">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Sample</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Household head who are house owner and above 24 years of age</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00">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Sampling type</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Purposive sampling</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00">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Unit of analysis</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Individual</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00">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Geographical location</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Dhaka city</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00">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Method</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Quantitative study</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00">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Primary data</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Survey</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00">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Data analysis technique</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Partial least square of structured equation modeling</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00">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data analysis tool</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SPSS V23 and SmartPLS V3.3.3</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00">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Evaluation technique</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600" u="none" cap="none" strike="noStrike">
                          <a:latin typeface="Times New Roman"/>
                          <a:ea typeface="Times New Roman"/>
                          <a:cs typeface="Times New Roman"/>
                          <a:sym typeface="Times New Roman"/>
                        </a:rPr>
                        <a:t>Measurement, structural, moderation analysis</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How to Start Writing</a:t>
            </a:r>
            <a:endParaRPr/>
          </a:p>
        </p:txBody>
      </p:sp>
      <p:sp>
        <p:nvSpPr>
          <p:cNvPr id="411" name="Google Shape;411;p25"/>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80"/>
              <a:buNone/>
            </a:pPr>
            <a:r>
              <a:rPr lang="en-US"/>
              <a:t>Scope:</a:t>
            </a:r>
            <a:endParaRPr/>
          </a:p>
          <a:p>
            <a:pPr indent="-274320" lvl="0" marL="274320" rtl="0" algn="l">
              <a:spcBef>
                <a:spcPts val="600"/>
              </a:spcBef>
              <a:spcAft>
                <a:spcPts val="0"/>
              </a:spcAft>
              <a:buSzPts val="1680"/>
              <a:buChar char="🞆"/>
            </a:pPr>
            <a:r>
              <a:rPr lang="en-US"/>
              <a:t>This study is to focus on…</a:t>
            </a:r>
            <a:endParaRPr/>
          </a:p>
          <a:p>
            <a:pPr indent="-274320" lvl="0" marL="274320" rtl="0" algn="l">
              <a:spcBef>
                <a:spcPts val="600"/>
              </a:spcBef>
              <a:spcAft>
                <a:spcPts val="0"/>
              </a:spcAft>
              <a:buSzPts val="1680"/>
              <a:buChar char="🞆"/>
            </a:pPr>
            <a:r>
              <a:rPr lang="en-US"/>
              <a:t>This study covers the…</a:t>
            </a:r>
            <a:endParaRPr/>
          </a:p>
          <a:p>
            <a:pPr indent="-274320" lvl="0" marL="274320" rtl="0" algn="l">
              <a:spcBef>
                <a:spcPts val="600"/>
              </a:spcBef>
              <a:spcAft>
                <a:spcPts val="0"/>
              </a:spcAft>
              <a:buSzPts val="1680"/>
              <a:buChar char="🞆"/>
            </a:pPr>
            <a:r>
              <a:rPr lang="en-US"/>
              <a:t>This study aims to…</a:t>
            </a:r>
            <a:endParaRPr/>
          </a:p>
          <a:p>
            <a:pPr indent="-167640" lvl="0" marL="274320" rtl="0" algn="l">
              <a:spcBef>
                <a:spcPts val="600"/>
              </a:spcBef>
              <a:spcAft>
                <a:spcPts val="0"/>
              </a:spcAft>
              <a:buSzPts val="1680"/>
              <a:buNone/>
            </a:pPr>
            <a:r>
              <a:t/>
            </a:r>
            <a:endParaRPr/>
          </a:p>
          <a:p>
            <a:pPr indent="0" lvl="0" marL="0" rtl="0" algn="l">
              <a:spcBef>
                <a:spcPts val="600"/>
              </a:spcBef>
              <a:spcAft>
                <a:spcPts val="0"/>
              </a:spcAft>
              <a:buSzPts val="1680"/>
              <a:buNone/>
            </a:pPr>
            <a:r>
              <a:rPr lang="en-US"/>
              <a:t>Delimitation:</a:t>
            </a:r>
            <a:endParaRPr/>
          </a:p>
          <a:p>
            <a:pPr indent="-274320" lvl="0" marL="274320" rtl="0" algn="l">
              <a:spcBef>
                <a:spcPts val="600"/>
              </a:spcBef>
              <a:spcAft>
                <a:spcPts val="0"/>
              </a:spcAft>
              <a:buSzPts val="1680"/>
              <a:buChar char="🞆"/>
            </a:pPr>
            <a:r>
              <a:rPr lang="en-US"/>
              <a:t>This study does not cover…</a:t>
            </a:r>
            <a:endParaRPr/>
          </a:p>
          <a:p>
            <a:pPr indent="-274320" lvl="0" marL="274320" rtl="0" algn="l">
              <a:spcBef>
                <a:spcPts val="600"/>
              </a:spcBef>
              <a:spcAft>
                <a:spcPts val="0"/>
              </a:spcAft>
              <a:buSzPts val="1680"/>
              <a:buChar char="🞆"/>
            </a:pPr>
            <a:r>
              <a:rPr lang="en-US"/>
              <a:t>This study is limited to…</a:t>
            </a:r>
            <a:endParaRPr/>
          </a:p>
          <a:p>
            <a:pPr indent="-274320" lvl="0" marL="274320" rtl="0" algn="l">
              <a:spcBef>
                <a:spcPts val="600"/>
              </a:spcBef>
              <a:spcAft>
                <a:spcPts val="0"/>
              </a:spcAft>
              <a:buSzPts val="1680"/>
              <a:buChar char="🞆"/>
            </a:pPr>
            <a:r>
              <a:rPr lang="en-US"/>
              <a:t>The following has been excluded from this study…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Example</a:t>
            </a:r>
            <a:endParaRPr/>
          </a:p>
        </p:txBody>
      </p:sp>
      <p:sp>
        <p:nvSpPr>
          <p:cNvPr id="417" name="Google Shape;417;p26"/>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just">
              <a:lnSpc>
                <a:spcPct val="115000"/>
              </a:lnSpc>
              <a:spcBef>
                <a:spcPts val="0"/>
              </a:spcBef>
              <a:spcAft>
                <a:spcPts val="0"/>
              </a:spcAft>
              <a:buSzPct val="84000"/>
              <a:buNone/>
            </a:pPr>
            <a:r>
              <a:rPr lang="en-US">
                <a:latin typeface="Times New Roman"/>
                <a:ea typeface="Times New Roman"/>
                <a:cs typeface="Times New Roman"/>
                <a:sym typeface="Times New Roman"/>
              </a:rPr>
              <a:t>The </a:t>
            </a:r>
            <a:r>
              <a:rPr b="1" lang="en-US" u="sng">
                <a:latin typeface="Times New Roman"/>
                <a:ea typeface="Times New Roman"/>
                <a:cs typeface="Times New Roman"/>
                <a:sym typeface="Times New Roman"/>
              </a:rPr>
              <a:t>purpose</a:t>
            </a:r>
            <a:r>
              <a:rPr lang="en-US">
                <a:latin typeface="Times New Roman"/>
                <a:ea typeface="Times New Roman"/>
                <a:cs typeface="Times New Roman"/>
                <a:sym typeface="Times New Roman"/>
              </a:rPr>
              <a:t> of the study is to enhance the adoption of IoT-enabled security devices to reduce burglary. Therefore, the </a:t>
            </a:r>
            <a:r>
              <a:rPr b="1" lang="en-US" u="sng">
                <a:latin typeface="Times New Roman"/>
                <a:ea typeface="Times New Roman"/>
                <a:cs typeface="Times New Roman"/>
                <a:sym typeface="Times New Roman"/>
              </a:rPr>
              <a:t>objective</a:t>
            </a:r>
            <a:r>
              <a:rPr lang="en-US">
                <a:latin typeface="Times New Roman"/>
                <a:ea typeface="Times New Roman"/>
                <a:cs typeface="Times New Roman"/>
                <a:sym typeface="Times New Roman"/>
              </a:rPr>
              <a:t> of this study is to measure the consumer adoption of IoT devices for security purposes through the support of the proposed conceptual model. Notably, two theoretical models namely </a:t>
            </a:r>
            <a:r>
              <a:rPr b="1" lang="en-US" u="sng">
                <a:latin typeface="Times New Roman"/>
                <a:ea typeface="Times New Roman"/>
                <a:cs typeface="Times New Roman"/>
                <a:sym typeface="Times New Roman"/>
              </a:rPr>
              <a:t>PMT and ASE</a:t>
            </a:r>
            <a:r>
              <a:rPr lang="en-US">
                <a:latin typeface="Times New Roman"/>
                <a:ea typeface="Times New Roman"/>
                <a:cs typeface="Times New Roman"/>
                <a:sym typeface="Times New Roman"/>
              </a:rPr>
              <a:t> are integrated into the proposed model along with the inclusion of </a:t>
            </a:r>
            <a:r>
              <a:rPr b="1" lang="en-US" u="sng">
                <a:latin typeface="Times New Roman"/>
                <a:ea typeface="Times New Roman"/>
                <a:cs typeface="Times New Roman"/>
                <a:sym typeface="Times New Roman"/>
              </a:rPr>
              <a:t>personal innovativeness and perceived trust</a:t>
            </a:r>
            <a:r>
              <a:rPr lang="en-US">
                <a:latin typeface="Times New Roman"/>
                <a:ea typeface="Times New Roman"/>
                <a:cs typeface="Times New Roman"/>
                <a:sym typeface="Times New Roman"/>
              </a:rPr>
              <a:t> as moderating variables. Besides, the scope of this study is limited only to those </a:t>
            </a:r>
            <a:r>
              <a:rPr b="1" lang="en-US" u="sng">
                <a:latin typeface="Times New Roman"/>
                <a:ea typeface="Times New Roman"/>
                <a:cs typeface="Times New Roman"/>
                <a:sym typeface="Times New Roman"/>
              </a:rPr>
              <a:t>household members of Dhaka city</a:t>
            </a:r>
            <a:r>
              <a:rPr lang="en-US">
                <a:latin typeface="Times New Roman"/>
                <a:ea typeface="Times New Roman"/>
                <a:cs typeface="Times New Roman"/>
                <a:sym typeface="Times New Roman"/>
              </a:rPr>
              <a:t> who use IoT devices at their houses for security reasons. However, data will be collected only from the </a:t>
            </a:r>
            <a:r>
              <a:rPr b="1" lang="en-US" u="sng">
                <a:latin typeface="Times New Roman"/>
                <a:ea typeface="Times New Roman"/>
                <a:cs typeface="Times New Roman"/>
                <a:sym typeface="Times New Roman"/>
              </a:rPr>
              <a:t>head of households</a:t>
            </a:r>
            <a:r>
              <a:rPr lang="en-US">
                <a:latin typeface="Times New Roman"/>
                <a:ea typeface="Times New Roman"/>
                <a:cs typeface="Times New Roman"/>
                <a:sym typeface="Times New Roman"/>
              </a:rPr>
              <a:t> since he/she is the ultimate decision-maker in these families. Specifically, </a:t>
            </a:r>
            <a:r>
              <a:rPr b="1" lang="en-US" u="sng">
                <a:latin typeface="Times New Roman"/>
                <a:ea typeface="Times New Roman"/>
                <a:cs typeface="Times New Roman"/>
                <a:sym typeface="Times New Roman"/>
              </a:rPr>
              <a:t>purposive sampling</a:t>
            </a:r>
            <a:r>
              <a:rPr lang="en-US">
                <a:latin typeface="Times New Roman"/>
                <a:ea typeface="Times New Roman"/>
                <a:cs typeface="Times New Roman"/>
                <a:sym typeface="Times New Roman"/>
              </a:rPr>
              <a:t> will be employed in this study to collect data from a minimum of </a:t>
            </a:r>
            <a:r>
              <a:rPr b="1" lang="en-US" u="sng">
                <a:latin typeface="Times New Roman"/>
                <a:ea typeface="Times New Roman"/>
                <a:cs typeface="Times New Roman"/>
                <a:sym typeface="Times New Roman"/>
              </a:rPr>
              <a:t>166 samples</a:t>
            </a:r>
            <a:r>
              <a:rPr lang="en-US">
                <a:latin typeface="Times New Roman"/>
                <a:ea typeface="Times New Roman"/>
                <a:cs typeface="Times New Roman"/>
                <a:sym typeface="Times New Roman"/>
              </a:rPr>
              <a:t> using a </a:t>
            </a:r>
            <a:r>
              <a:rPr b="1" lang="en-US" u="sng">
                <a:latin typeface="Times New Roman"/>
                <a:ea typeface="Times New Roman"/>
                <a:cs typeface="Times New Roman"/>
                <a:sym typeface="Times New Roman"/>
              </a:rPr>
              <a:t>cross-sectional survey</a:t>
            </a:r>
            <a:r>
              <a:rPr lang="en-US">
                <a:latin typeface="Times New Roman"/>
                <a:ea typeface="Times New Roman"/>
                <a:cs typeface="Times New Roman"/>
                <a:sym typeface="Times New Roman"/>
              </a:rPr>
              <a:t>. Importantly, this </a:t>
            </a:r>
            <a:r>
              <a:rPr b="1" lang="en-US" u="sng">
                <a:latin typeface="Times New Roman"/>
                <a:ea typeface="Times New Roman"/>
                <a:cs typeface="Times New Roman"/>
                <a:sym typeface="Times New Roman"/>
              </a:rPr>
              <a:t>quantitative</a:t>
            </a:r>
            <a:r>
              <a:rPr lang="en-US">
                <a:latin typeface="Times New Roman"/>
                <a:ea typeface="Times New Roman"/>
                <a:cs typeface="Times New Roman"/>
                <a:sym typeface="Times New Roman"/>
              </a:rPr>
              <a:t> and </a:t>
            </a:r>
            <a:r>
              <a:rPr b="1" lang="en-US" u="sng">
                <a:latin typeface="Times New Roman"/>
                <a:ea typeface="Times New Roman"/>
                <a:cs typeface="Times New Roman"/>
                <a:sym typeface="Times New Roman"/>
              </a:rPr>
              <a:t>empirical</a:t>
            </a:r>
            <a:r>
              <a:rPr lang="en-US">
                <a:latin typeface="Times New Roman"/>
                <a:ea typeface="Times New Roman"/>
                <a:cs typeface="Times New Roman"/>
                <a:sym typeface="Times New Roman"/>
              </a:rPr>
              <a:t> study is intended to complete within </a:t>
            </a:r>
            <a:r>
              <a:rPr b="1" lang="en-US" u="sng">
                <a:latin typeface="Times New Roman"/>
                <a:ea typeface="Times New Roman"/>
                <a:cs typeface="Times New Roman"/>
                <a:sym typeface="Times New Roman"/>
              </a:rPr>
              <a:t>3 years</a:t>
            </a:r>
            <a:r>
              <a:rPr lang="en-US">
                <a:latin typeface="Times New Roman"/>
                <a:ea typeface="Times New Roman"/>
                <a:cs typeface="Times New Roman"/>
                <a:sym typeface="Times New Roman"/>
              </a:rPr>
              <a:t> during the period </a:t>
            </a:r>
            <a:r>
              <a:rPr b="1" lang="en-US" u="sng">
                <a:latin typeface="Times New Roman"/>
                <a:ea typeface="Times New Roman"/>
                <a:cs typeface="Times New Roman"/>
                <a:sym typeface="Times New Roman"/>
              </a:rPr>
              <a:t>2019-2</a:t>
            </a:r>
            <a:r>
              <a:rPr lang="en-US">
                <a:latin typeface="Times New Roman"/>
                <a:ea typeface="Times New Roman"/>
                <a:cs typeface="Times New Roman"/>
                <a:sym typeface="Times New Roman"/>
              </a:rPr>
              <a:t>022. Finally, </a:t>
            </a:r>
            <a:r>
              <a:rPr b="1" lang="en-US" u="sng">
                <a:latin typeface="Times New Roman"/>
                <a:ea typeface="Times New Roman"/>
                <a:cs typeface="Times New Roman"/>
                <a:sym typeface="Times New Roman"/>
              </a:rPr>
              <a:t>PLS-SEM</a:t>
            </a:r>
            <a:r>
              <a:rPr lang="en-US">
                <a:latin typeface="Times New Roman"/>
                <a:ea typeface="Times New Roman"/>
                <a:cs typeface="Times New Roman"/>
                <a:sym typeface="Times New Roman"/>
              </a:rPr>
              <a:t> will be used to analyze the data following </a:t>
            </a:r>
            <a:r>
              <a:rPr b="1" lang="en-US" u="sng">
                <a:latin typeface="Times New Roman"/>
                <a:ea typeface="Times New Roman"/>
                <a:cs typeface="Times New Roman"/>
                <a:sym typeface="Times New Roman"/>
              </a:rPr>
              <a:t>measurement, structural, moderation</a:t>
            </a:r>
            <a:r>
              <a:rPr lang="en-US">
                <a:latin typeface="Times New Roman"/>
                <a:ea typeface="Times New Roman"/>
                <a:cs typeface="Times New Roman"/>
                <a:sym typeface="Times New Roman"/>
              </a:rPr>
              <a:t> using </a:t>
            </a:r>
            <a:r>
              <a:rPr b="1" lang="en-US" u="sng">
                <a:latin typeface="Times New Roman"/>
                <a:ea typeface="Times New Roman"/>
                <a:cs typeface="Times New Roman"/>
                <a:sym typeface="Times New Roman"/>
              </a:rPr>
              <a:t>SPSS and SMARTPLS</a:t>
            </a:r>
            <a:r>
              <a:rPr lang="en-US">
                <a:latin typeface="Times New Roman"/>
                <a:ea typeface="Times New Roman"/>
                <a:cs typeface="Times New Roman"/>
                <a:sym typeface="Times New Roman"/>
              </a:rPr>
              <a:t> tools.</a:t>
            </a:r>
            <a:endParaRPr sz="2000">
              <a:latin typeface="Calibri"/>
              <a:ea typeface="Calibri"/>
              <a:cs typeface="Calibri"/>
              <a:sym typeface="Calibri"/>
            </a:endParaRPr>
          </a:p>
          <a:p>
            <a:pPr indent="-191643" lvl="0" marL="274320" rtl="0" algn="l">
              <a:spcBef>
                <a:spcPts val="1600"/>
              </a:spcBef>
              <a:spcAft>
                <a:spcPts val="0"/>
              </a:spcAft>
              <a:buSzPct val="700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2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Further Resources</a:t>
            </a:r>
            <a:endParaRPr/>
          </a:p>
        </p:txBody>
      </p:sp>
      <p:sp>
        <p:nvSpPr>
          <p:cNvPr id="423" name="Google Shape;423;p2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u="sng">
                <a:solidFill>
                  <a:schemeClr val="hlink"/>
                </a:solidFill>
                <a:hlinkClick r:id="rId3"/>
              </a:rPr>
              <a:t>https://www.aje.com/arc/scope-and-delimitations-in-research/</a:t>
            </a:r>
            <a:endParaRPr/>
          </a:p>
          <a:p>
            <a:pPr indent="-274320" lvl="0" marL="274320" rtl="0" algn="l">
              <a:spcBef>
                <a:spcPts val="600"/>
              </a:spcBef>
              <a:spcAft>
                <a:spcPts val="0"/>
              </a:spcAft>
              <a:buSzPts val="1680"/>
              <a:buChar char="🞆"/>
            </a:pPr>
            <a:r>
              <a:rPr lang="en-US" u="sng">
                <a:solidFill>
                  <a:schemeClr val="hlink"/>
                </a:solidFill>
                <a:hlinkClick r:id="rId4"/>
              </a:rPr>
              <a:t>https://www.youtube.com/watch?v=i_51xLDvi7o</a:t>
            </a:r>
            <a:endParaRPr/>
          </a:p>
          <a:p>
            <a:pPr indent="-274320" lvl="0" marL="274320" rtl="0" algn="l">
              <a:spcBef>
                <a:spcPts val="600"/>
              </a:spcBef>
              <a:spcAft>
                <a:spcPts val="0"/>
              </a:spcAft>
              <a:buSzPts val="1680"/>
              <a:buChar char="🞆"/>
            </a:pPr>
            <a:r>
              <a:rPr lang="en-US" u="sng">
                <a:solidFill>
                  <a:schemeClr val="hlink"/>
                </a:solidFill>
                <a:hlinkClick r:id="rId5"/>
              </a:rPr>
              <a:t>https://www.enago.com/academy/scope-and-delimitations/</a:t>
            </a:r>
            <a:endParaRPr/>
          </a:p>
          <a:p>
            <a:pPr indent="-274320" lvl="0" marL="274320" rtl="0" algn="l">
              <a:spcBef>
                <a:spcPts val="600"/>
              </a:spcBef>
              <a:spcAft>
                <a:spcPts val="0"/>
              </a:spcAft>
              <a:buSzPts val="1680"/>
              <a:buChar char="🞆"/>
            </a:pPr>
            <a:r>
              <a:rPr lang="en-US" u="sng">
                <a:solidFill>
                  <a:schemeClr val="hlink"/>
                </a:solidFill>
                <a:hlinkClick r:id="rId6"/>
              </a:rPr>
              <a:t>https://www.youtube.com/watch?v=nJbBp-u2sd4</a:t>
            </a:r>
            <a:endParaRPr/>
          </a:p>
          <a:p>
            <a:pPr indent="-167640" lvl="0" marL="274320" rtl="0" algn="l">
              <a:spcBef>
                <a:spcPts val="600"/>
              </a:spcBef>
              <a:spcAft>
                <a:spcPts val="0"/>
              </a:spcAft>
              <a:buSzPts val="168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Further Resources</a:t>
            </a:r>
            <a:endParaRPr/>
          </a:p>
        </p:txBody>
      </p:sp>
      <p:sp>
        <p:nvSpPr>
          <p:cNvPr id="429" name="Google Shape;429;p2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spcBef>
                <a:spcPts val="0"/>
              </a:spcBef>
              <a:spcAft>
                <a:spcPts val="0"/>
              </a:spcAft>
              <a:buSzPts val="1680"/>
              <a:buChar char="🞆"/>
            </a:pPr>
            <a:r>
              <a:rPr lang="en-US"/>
              <a:t>Creswell, J. W. (2014). Research Design: Qualitative, Quantitative and Mixed Methods Approaches (4th ed.). Thousand Oaks, California: Sage.</a:t>
            </a:r>
            <a:endParaRPr/>
          </a:p>
          <a:p>
            <a:pPr indent="-274320" lvl="0" marL="274320" rtl="0" algn="just">
              <a:spcBef>
                <a:spcPts val="600"/>
              </a:spcBef>
              <a:spcAft>
                <a:spcPts val="0"/>
              </a:spcAft>
              <a:buSzPts val="1680"/>
              <a:buChar char="🞆"/>
            </a:pPr>
            <a:r>
              <a:rPr lang="en-US"/>
              <a:t>Kothari, C.R. (2004). Research Methodology: Methods and Techniques (2nd ed.). Delhi: New Age International Publishers.</a:t>
            </a:r>
            <a:endParaRPr/>
          </a:p>
          <a:p>
            <a:pPr indent="-274320" lvl="0" marL="274320" rtl="0" algn="just">
              <a:spcBef>
                <a:spcPts val="600"/>
              </a:spcBef>
              <a:spcAft>
                <a:spcPts val="0"/>
              </a:spcAft>
              <a:buSzPts val="1680"/>
              <a:buChar char="🞆"/>
            </a:pPr>
            <a:r>
              <a:rPr lang="en-US"/>
              <a:t>Bryman, A., &amp; Bell, E. (2007). Business research methods (2nd ed.). New York: Oxford University Press.</a:t>
            </a:r>
            <a:endParaRPr/>
          </a:p>
          <a:p>
            <a:pPr indent="-274320" lvl="0" marL="274320" rtl="0" algn="just">
              <a:spcBef>
                <a:spcPts val="600"/>
              </a:spcBef>
              <a:spcAft>
                <a:spcPts val="0"/>
              </a:spcAft>
              <a:buSzPts val="1680"/>
              <a:buChar char="🞆"/>
            </a:pPr>
            <a:r>
              <a:rPr lang="en-US"/>
              <a:t>Sekaran, U. (2003). Research methods for business: A skill-building approach (4th ed.). New York: John Wiley &amp; Sons.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The End</a:t>
            </a:r>
            <a:endParaRPr/>
          </a:p>
        </p:txBody>
      </p:sp>
      <p:sp>
        <p:nvSpPr>
          <p:cNvPr id="435" name="Google Shape;435;p29"/>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4200"/>
              <a:buNone/>
            </a:pPr>
            <a:r>
              <a:rPr b="1" lang="en-US" sz="6000"/>
              <a:t>Thank You</a:t>
            </a:r>
            <a:endParaRPr/>
          </a:p>
          <a:p>
            <a:pPr indent="-167640" lvl="0" marL="274320" rtl="0" algn="l">
              <a:spcBef>
                <a:spcPts val="600"/>
              </a:spcBef>
              <a:spcAft>
                <a:spcPts val="0"/>
              </a:spcAft>
              <a:buSzPts val="1680"/>
              <a:buNone/>
            </a:pPr>
            <a:r>
              <a:t/>
            </a:r>
            <a:endParaRPr/>
          </a:p>
          <a:p>
            <a:pPr indent="-167640" lvl="0" marL="274320" rtl="0" algn="l">
              <a:spcBef>
                <a:spcPts val="600"/>
              </a:spcBef>
              <a:spcAft>
                <a:spcPts val="0"/>
              </a:spcAft>
              <a:buSzPts val="1680"/>
              <a:buNone/>
            </a:pPr>
            <a:r>
              <a:t/>
            </a:r>
            <a:endParaRPr/>
          </a:p>
        </p:txBody>
      </p:sp>
      <p:pic>
        <p:nvPicPr>
          <p:cNvPr id="436" name="Google Shape;436;p29"/>
          <p:cNvPicPr preferRelativeResize="0"/>
          <p:nvPr/>
        </p:nvPicPr>
        <p:blipFill rotWithShape="1">
          <a:blip r:embed="rId3">
            <a:alphaModFix/>
          </a:blip>
          <a:srcRect b="0" l="0" r="0" t="0"/>
          <a:stretch/>
        </p:blipFill>
        <p:spPr>
          <a:xfrm>
            <a:off x="2743200" y="2743200"/>
            <a:ext cx="3810000" cy="38766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_Oriel">
  <a:themeElements>
    <a:clrScheme name="Oriel">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riel">
  <a:themeElements>
    <a:clrScheme name="Oriel">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Arif Mahmud</dc:creator>
</cp:coreProperties>
</file>