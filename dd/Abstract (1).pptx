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6858000" cx="9144000"/>
  <p:notesSz cx="6858000" cy="9144000"/>
  <p:embeddedFontLst>
    <p:embeddedFont>
      <p:font typeface="Century Schoolbook"/>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9" roundtripDataSignature="AMtx7miCpsXf9SMIdMTOOXsXTSdVbjLI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font" Target="fonts/CenturySchoolbook-regular.fntdata"/><Relationship Id="rId14" Type="http://schemas.openxmlformats.org/officeDocument/2006/relationships/slide" Target="slides/slide8.xml"/><Relationship Id="rId17" Type="http://schemas.openxmlformats.org/officeDocument/2006/relationships/font" Target="fonts/CenturySchoolbook-italic.fntdata"/><Relationship Id="rId16" Type="http://schemas.openxmlformats.org/officeDocument/2006/relationships/font" Target="fonts/CenturySchoolbook-bold.fntdata"/><Relationship Id="rId5" Type="http://schemas.openxmlformats.org/officeDocument/2006/relationships/slideMaster" Target="slideMasters/slideMaster2.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CenturySchoolbook-bold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7" name="Shape 17"/>
        <p:cNvGrpSpPr/>
        <p:nvPr/>
      </p:nvGrpSpPr>
      <p:grpSpPr>
        <a:xfrm>
          <a:off x="0" y="0"/>
          <a:ext cx="0" cy="0"/>
          <a:chOff x="0" y="0"/>
          <a:chExt cx="0" cy="0"/>
        </a:xfrm>
      </p:grpSpPr>
      <p:sp>
        <p:nvSpPr>
          <p:cNvPr id="18" name="Google Shape;18;p10"/>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0"/>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0" name="Google Shape;20;p10"/>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0"/>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0"/>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3" name="Google Shape;23;p10"/>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4" name="Google Shape;24;p10"/>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5" name="Google Shape;25;p10"/>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6" name="Google Shape;26;p10"/>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27" name="Google Shape;27;p10"/>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28" name="Google Shape;28;p10"/>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29" name="Google Shape;29;p10"/>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30" name="Google Shape;30;p10"/>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31" name="Google Shape;31;p10"/>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32" name="Google Shape;32;p10"/>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3" name="Google Shape;33;p10"/>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4" name="Google Shape;34;p10"/>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5" name="Google Shape;35;p10"/>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6" name="Google Shape;36;p10"/>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7" name="Google Shape;37;p10"/>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38" name="Google Shape;38;p10"/>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1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11"/>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2" name="Google Shape;42;p1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44" name="Google Shape;44;p1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45" name="Shape 45"/>
        <p:cNvGrpSpPr/>
        <p:nvPr/>
      </p:nvGrpSpPr>
      <p:grpSpPr>
        <a:xfrm>
          <a:off x="0" y="0"/>
          <a:ext cx="0" cy="0"/>
          <a:chOff x="0" y="0"/>
          <a:chExt cx="0" cy="0"/>
        </a:xfrm>
      </p:grpSpPr>
      <p:sp>
        <p:nvSpPr>
          <p:cNvPr id="46" name="Google Shape;46;p14"/>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14"/>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4"/>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1" name="Google Shape;51;p14"/>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2" name="Google Shape;52;p14"/>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53" name="Google Shape;53;p14"/>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54" name="Google Shape;54;p14"/>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55" name="Google Shape;55;p14"/>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56" name="Google Shape;56;p14"/>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57" name="Google Shape;57;p14"/>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58" name="Google Shape;58;p14"/>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59" name="Google Shape;59;p14"/>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0" name="Google Shape;60;p14"/>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1" name="Google Shape;61;p14"/>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2" name="Google Shape;62;p14"/>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3" name="Google Shape;63;p14"/>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64" name="Google Shape;64;p14"/>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65" name="Google Shape;65;p14"/>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66" name="Google Shape;66;p14"/>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2" name="Google Shape;72;p15"/>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3" name="Google Shape;73;p15"/>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16"/>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9" name="Google Shape;79;p16"/>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16"/>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16"/>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2" name="Google Shape;82;p16"/>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1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7" name="Google Shape;87;p1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
        <p:nvSpPr>
          <p:cNvPr id="89" name="Google Shape;89;p1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92" name="Shape 92"/>
        <p:cNvGrpSpPr/>
        <p:nvPr/>
      </p:nvGrpSpPr>
      <p:grpSpPr>
        <a:xfrm>
          <a:off x="0" y="0"/>
          <a:ext cx="0" cy="0"/>
          <a:chOff x="0" y="0"/>
          <a:chExt cx="0" cy="0"/>
        </a:xfrm>
      </p:grpSpPr>
      <p:cxnSp>
        <p:nvCxnSpPr>
          <p:cNvPr id="93" name="Google Shape;93;p19"/>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94" name="Google Shape;94;p19"/>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9"/>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96" name="Google Shape;96;p19"/>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97" name="Google Shape;97;p19"/>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98" name="Google Shape;98;p19"/>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99" name="Google Shape;99;p19"/>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00" name="Google Shape;100;p1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01" name="Google Shape;101;p1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02" name="Google Shape;102;p19"/>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 name="Google Shape;103;p1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05" name="Google Shape;105;p1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6" name="Shape 106"/>
        <p:cNvGrpSpPr/>
        <p:nvPr/>
      </p:nvGrpSpPr>
      <p:grpSpPr>
        <a:xfrm>
          <a:off x="0" y="0"/>
          <a:ext cx="0" cy="0"/>
          <a:chOff x="0" y="0"/>
          <a:chExt cx="0" cy="0"/>
        </a:xfrm>
      </p:grpSpPr>
      <p:cxnSp>
        <p:nvCxnSpPr>
          <p:cNvPr id="107" name="Google Shape;107;p20"/>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108" name="Google Shape;108;p2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09" name="Google Shape;109;p20"/>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0"/>
          <p:cNvSpPr/>
          <p:nvPr>
            <p:ph idx="2" type="pic"/>
          </p:nvPr>
        </p:nvSpPr>
        <p:spPr>
          <a:xfrm>
            <a:off x="0" y="0"/>
            <a:ext cx="6172200" cy="6858000"/>
          </a:xfrm>
          <a:prstGeom prst="rect">
            <a:avLst/>
          </a:prstGeom>
          <a:solidFill>
            <a:schemeClr val="lt2"/>
          </a:solidFill>
          <a:ln>
            <a:noFill/>
          </a:ln>
        </p:spPr>
      </p:sp>
      <p:sp>
        <p:nvSpPr>
          <p:cNvPr id="111" name="Google Shape;111;p20"/>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112" name="Google Shape;112;p20"/>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113" name="Google Shape;113;p20"/>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14" name="Google Shape;114;p2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115" name="Google Shape;115;p20"/>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116" name="Google Shape;116;p20"/>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117" name="Google Shape;117;p2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19" name="Google Shape;119;p2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2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1"/>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3" name="Google Shape;123;p2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6" name="Shape 126"/>
        <p:cNvGrpSpPr/>
        <p:nvPr/>
      </p:nvGrpSpPr>
      <p:grpSpPr>
        <a:xfrm>
          <a:off x="0" y="0"/>
          <a:ext cx="0" cy="0"/>
          <a:chOff x="0" y="0"/>
          <a:chExt cx="0" cy="0"/>
        </a:xfrm>
      </p:grpSpPr>
      <p:sp>
        <p:nvSpPr>
          <p:cNvPr id="127" name="Google Shape;127;p22"/>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29" name="Google Shape;129;p2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44" name="Shape 144"/>
        <p:cNvGrpSpPr/>
        <p:nvPr/>
      </p:nvGrpSpPr>
      <p:grpSpPr>
        <a:xfrm>
          <a:off x="0" y="0"/>
          <a:ext cx="0" cy="0"/>
          <a:chOff x="0" y="0"/>
          <a:chExt cx="0" cy="0"/>
        </a:xfrm>
      </p:grpSpPr>
      <p:sp>
        <p:nvSpPr>
          <p:cNvPr id="145" name="Google Shape;145;p1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1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7" name="Google Shape;147;p13"/>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3"/>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49" name="Google Shape;149;p13"/>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50" name="Shape 150"/>
        <p:cNvGrpSpPr/>
        <p:nvPr/>
      </p:nvGrpSpPr>
      <p:grpSpPr>
        <a:xfrm>
          <a:off x="0" y="0"/>
          <a:ext cx="0" cy="0"/>
          <a:chOff x="0" y="0"/>
          <a:chExt cx="0" cy="0"/>
        </a:xfrm>
      </p:grpSpPr>
      <p:sp>
        <p:nvSpPr>
          <p:cNvPr id="151" name="Google Shape;151;p23"/>
          <p:cNvSpPr txBox="1"/>
          <p:nvPr>
            <p:ph type="ctrTitle"/>
          </p:nvPr>
        </p:nvSpPr>
        <p:spPr>
          <a:xfrm>
            <a:off x="2286000" y="3124200"/>
            <a:ext cx="6172200" cy="189436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3"/>
          <p:cNvSpPr txBox="1"/>
          <p:nvPr>
            <p:ph idx="1" type="subTitle"/>
          </p:nvPr>
        </p:nvSpPr>
        <p:spPr>
          <a:xfrm>
            <a:off x="2286000" y="5003322"/>
            <a:ext cx="6172200" cy="1371600"/>
          </a:xfrm>
          <a:prstGeom prst="rect">
            <a:avLst/>
          </a:prstGeom>
          <a:noFill/>
          <a:ln>
            <a:noFill/>
          </a:ln>
        </p:spPr>
        <p:txBody>
          <a:bodyPr anchorCtr="0" anchor="t" bIns="45700" lIns="91425" spcFirstLastPara="1" rIns="91425" wrap="square" tIns="45700">
            <a:normAutofit/>
          </a:bodyPr>
          <a:lstStyle>
            <a:lvl1pPr lvl="0" algn="l">
              <a:spcBef>
                <a:spcPts val="600"/>
              </a:spcBef>
              <a:spcAft>
                <a:spcPts val="0"/>
              </a:spcAft>
              <a:buSzPts val="1260"/>
              <a:buNone/>
              <a:defRPr b="1" sz="1800">
                <a:solidFill>
                  <a:schemeClr val="dk2"/>
                </a:solidFill>
              </a:defRPr>
            </a:lvl1pPr>
            <a:lvl2pPr lvl="1" algn="ctr">
              <a:spcBef>
                <a:spcPts val="360"/>
              </a:spcBef>
              <a:spcAft>
                <a:spcPts val="0"/>
              </a:spcAft>
              <a:buSzPts val="1440"/>
              <a:buNone/>
              <a:defRPr/>
            </a:lvl2pPr>
            <a:lvl3pPr lvl="2" algn="ctr">
              <a:spcBef>
                <a:spcPts val="360"/>
              </a:spcBef>
              <a:spcAft>
                <a:spcPts val="0"/>
              </a:spcAft>
              <a:buSzPts val="1080"/>
              <a:buNone/>
              <a:defRPr/>
            </a:lvl3pPr>
            <a:lvl4pPr lvl="3" algn="ctr">
              <a:spcBef>
                <a:spcPts val="360"/>
              </a:spcBef>
              <a:spcAft>
                <a:spcPts val="0"/>
              </a:spcAft>
              <a:buSzPts val="1080"/>
              <a:buNone/>
              <a:defRPr/>
            </a:lvl4pPr>
            <a:lvl5pPr lvl="4" algn="ctr">
              <a:spcBef>
                <a:spcPts val="360"/>
              </a:spcBef>
              <a:spcAft>
                <a:spcPts val="0"/>
              </a:spcAft>
              <a:buSzPts val="1224"/>
              <a:buNone/>
              <a:defRPr/>
            </a:lvl5pPr>
            <a:lvl6pPr lvl="5" algn="ctr">
              <a:spcBef>
                <a:spcPts val="360"/>
              </a:spcBef>
              <a:spcAft>
                <a:spcPts val="0"/>
              </a:spcAft>
              <a:buSzPts val="1800"/>
              <a:buNone/>
              <a:defRPr/>
            </a:lvl6pPr>
            <a:lvl7pPr lvl="6" algn="ctr">
              <a:spcBef>
                <a:spcPts val="360"/>
              </a:spcBef>
              <a:spcAft>
                <a:spcPts val="0"/>
              </a:spcAft>
              <a:buSzPts val="108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53" name="Google Shape;153;p23"/>
          <p:cNvSpPr txBox="1"/>
          <p:nvPr>
            <p:ph idx="10" type="dt"/>
          </p:nvPr>
        </p:nvSpPr>
        <p:spPr>
          <a:xfrm rot="5400000">
            <a:off x="7764621" y="1174097"/>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3"/>
          <p:cNvSpPr txBox="1"/>
          <p:nvPr>
            <p:ph idx="11" type="ftr"/>
          </p:nvPr>
        </p:nvSpPr>
        <p:spPr>
          <a:xfrm rot="5400000">
            <a:off x="7077269" y="4181669"/>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3"/>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6" name="Google Shape;156;p23"/>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7" name="Google Shape;157;p23"/>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58" name="Google Shape;158;p23"/>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59" name="Google Shape;159;p23"/>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160" name="Google Shape;160;p23"/>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161" name="Google Shape;161;p23"/>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162" name="Google Shape;162;p23"/>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163" name="Google Shape;163;p23"/>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cxnSp>
        <p:nvCxnSpPr>
          <p:cNvPr id="164" name="Google Shape;164;p23"/>
          <p:cNvCxnSpPr/>
          <p:nvPr/>
        </p:nvCxnSpPr>
        <p:spPr>
          <a:xfrm>
            <a:off x="9113856"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165" name="Google Shape;165;p23"/>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6" name="Google Shape;166;p23"/>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7" name="Google Shape;167;p23"/>
          <p:cNvSpPr/>
          <p:nvPr/>
        </p:nvSpPr>
        <p:spPr>
          <a:xfrm>
            <a:off x="1309632"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8" name="Google Shape;168;p23"/>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9" name="Google Shape;169;p23"/>
          <p:cNvSpPr/>
          <p:nvPr/>
        </p:nvSpPr>
        <p:spPr>
          <a:xfrm>
            <a:off x="1664208" y="5788152"/>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0" name="Google Shape;170;p23"/>
          <p:cNvSpPr/>
          <p:nvPr/>
        </p:nvSpPr>
        <p:spPr>
          <a:xfrm>
            <a:off x="1905000" y="4495800"/>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1" name="Google Shape;171;p23"/>
          <p:cNvSpPr txBox="1"/>
          <p:nvPr>
            <p:ph idx="12" type="sldNum"/>
          </p:nvPr>
        </p:nvSpPr>
        <p:spPr>
          <a:xfrm>
            <a:off x="1325544"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dk2"/>
        </a:solidFill>
      </p:bgPr>
    </p:bg>
    <p:spTree>
      <p:nvGrpSpPr>
        <p:cNvPr id="172" name="Shape 172"/>
        <p:cNvGrpSpPr/>
        <p:nvPr/>
      </p:nvGrpSpPr>
      <p:grpSpPr>
        <a:xfrm>
          <a:off x="0" y="0"/>
          <a:ext cx="0" cy="0"/>
          <a:chOff x="0" y="0"/>
          <a:chExt cx="0" cy="0"/>
        </a:xfrm>
      </p:grpSpPr>
      <p:sp>
        <p:nvSpPr>
          <p:cNvPr id="173" name="Google Shape;173;p24"/>
          <p:cNvSpPr txBox="1"/>
          <p:nvPr>
            <p:ph type="title"/>
          </p:nvPr>
        </p:nvSpPr>
        <p:spPr>
          <a:xfrm>
            <a:off x="2286000" y="2895600"/>
            <a:ext cx="6172200" cy="205359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000"/>
              <a:buFont typeface="Century Schoolbook"/>
              <a:buNone/>
              <a:defRPr b="1" sz="3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24"/>
          <p:cNvSpPr txBox="1"/>
          <p:nvPr>
            <p:ph idx="1" type="body"/>
          </p:nvPr>
        </p:nvSpPr>
        <p:spPr>
          <a:xfrm>
            <a:off x="2286000" y="5010150"/>
            <a:ext cx="6172200"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600"/>
              </a:spcBef>
              <a:spcAft>
                <a:spcPts val="0"/>
              </a:spcAft>
              <a:buSzPts val="1260"/>
              <a:buNone/>
              <a:defRPr b="1" sz="1800">
                <a:solidFill>
                  <a:schemeClr val="lt2"/>
                </a:solidFill>
              </a:defRPr>
            </a:lvl1pPr>
            <a:lvl2pPr indent="-228600" lvl="1" marL="914400" algn="l">
              <a:spcBef>
                <a:spcPts val="360"/>
              </a:spcBef>
              <a:spcAft>
                <a:spcPts val="0"/>
              </a:spcAft>
              <a:buSzPts val="1440"/>
              <a:buNone/>
              <a:defRPr sz="1800">
                <a:solidFill>
                  <a:schemeClr val="lt1"/>
                </a:solidFill>
              </a:defRPr>
            </a:lvl2pPr>
            <a:lvl3pPr indent="-228600" lvl="2" marL="1371600" algn="l">
              <a:spcBef>
                <a:spcPts val="320"/>
              </a:spcBef>
              <a:spcAft>
                <a:spcPts val="0"/>
              </a:spcAft>
              <a:buSzPts val="960"/>
              <a:buNone/>
              <a:defRPr sz="1600">
                <a:solidFill>
                  <a:schemeClr val="lt1"/>
                </a:solidFill>
              </a:defRPr>
            </a:lvl3pPr>
            <a:lvl4pPr indent="-228600" lvl="3" marL="1828800" algn="l">
              <a:spcBef>
                <a:spcPts val="280"/>
              </a:spcBef>
              <a:spcAft>
                <a:spcPts val="0"/>
              </a:spcAft>
              <a:buSzPts val="840"/>
              <a:buNone/>
              <a:defRPr sz="1400">
                <a:solidFill>
                  <a:schemeClr val="lt1"/>
                </a:solidFill>
              </a:defRPr>
            </a:lvl4pPr>
            <a:lvl5pPr indent="-228600" lvl="4" marL="2286000" algn="l">
              <a:spcBef>
                <a:spcPts val="280"/>
              </a:spcBef>
              <a:spcAft>
                <a:spcPts val="0"/>
              </a:spcAft>
              <a:buSzPts val="952"/>
              <a:buNone/>
              <a:defRPr sz="1400">
                <a:solidFill>
                  <a:schemeClr val="lt1"/>
                </a:solidFill>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75" name="Google Shape;175;p24"/>
          <p:cNvSpPr txBox="1"/>
          <p:nvPr>
            <p:ph idx="10" type="dt"/>
          </p:nvPr>
        </p:nvSpPr>
        <p:spPr>
          <a:xfrm rot="5400000">
            <a:off x="7763256" y="1170432"/>
            <a:ext cx="2286000" cy="3810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4"/>
          <p:cNvSpPr txBox="1"/>
          <p:nvPr>
            <p:ph idx="11" type="ftr"/>
          </p:nvPr>
        </p:nvSpPr>
        <p:spPr>
          <a:xfrm rot="5400000">
            <a:off x="7077456" y="4178808"/>
            <a:ext cx="3657600" cy="3840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24"/>
          <p:cNvSpPr/>
          <p:nvPr/>
        </p:nvSpPr>
        <p:spPr>
          <a:xfrm>
            <a:off x="381000" y="0"/>
            <a:ext cx="609600" cy="6858000"/>
          </a:xfrm>
          <a:prstGeom prst="rect">
            <a:avLst/>
          </a:prstGeom>
          <a:solidFill>
            <a:srgbClr val="FEC2AC">
              <a:alpha val="5372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8" name="Google Shape;178;p24"/>
          <p:cNvSpPr/>
          <p:nvPr/>
        </p:nvSpPr>
        <p:spPr>
          <a:xfrm>
            <a:off x="276336" y="0"/>
            <a:ext cx="104664" cy="6858000"/>
          </a:xfrm>
          <a:prstGeom prst="rect">
            <a:avLst/>
          </a:prstGeom>
          <a:solidFill>
            <a:srgbClr val="FFD8CC">
              <a:alpha val="3568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79" name="Google Shape;179;p24"/>
          <p:cNvSpPr/>
          <p:nvPr/>
        </p:nvSpPr>
        <p:spPr>
          <a:xfrm>
            <a:off x="990600" y="0"/>
            <a:ext cx="181872" cy="6858000"/>
          </a:xfrm>
          <a:prstGeom prst="rect">
            <a:avLst/>
          </a:prstGeom>
          <a:solidFill>
            <a:srgbClr val="FFD8CC">
              <a:alpha val="6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0" name="Google Shape;180;p24"/>
          <p:cNvSpPr/>
          <p:nvPr/>
        </p:nvSpPr>
        <p:spPr>
          <a:xfrm>
            <a:off x="1141320" y="0"/>
            <a:ext cx="230280" cy="6858000"/>
          </a:xfrm>
          <a:prstGeom prst="rect">
            <a:avLst/>
          </a:prstGeom>
          <a:solidFill>
            <a:srgbClr val="FFEDE7">
              <a:alpha val="7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81" name="Google Shape;181;p24"/>
          <p:cNvCxnSpPr/>
          <p:nvPr/>
        </p:nvCxnSpPr>
        <p:spPr>
          <a:xfrm>
            <a:off x="106344" y="0"/>
            <a:ext cx="0" cy="6858000"/>
          </a:xfrm>
          <a:prstGeom prst="straightConnector1">
            <a:avLst/>
          </a:prstGeom>
          <a:noFill/>
          <a:ln cap="flat" cmpd="sng" w="57150">
            <a:solidFill>
              <a:srgbClr val="FEC2AC">
                <a:alpha val="72941"/>
              </a:srgbClr>
            </a:solidFill>
            <a:prstDash val="solid"/>
            <a:round/>
            <a:headEnd len="sm" w="sm" type="none"/>
            <a:tailEnd len="sm" w="sm" type="none"/>
          </a:ln>
        </p:spPr>
      </p:cxnSp>
      <p:cxnSp>
        <p:nvCxnSpPr>
          <p:cNvPr id="182" name="Google Shape;182;p24"/>
          <p:cNvCxnSpPr/>
          <p:nvPr/>
        </p:nvCxnSpPr>
        <p:spPr>
          <a:xfrm>
            <a:off x="914400" y="0"/>
            <a:ext cx="0" cy="6858000"/>
          </a:xfrm>
          <a:prstGeom prst="straightConnector1">
            <a:avLst/>
          </a:prstGeom>
          <a:noFill/>
          <a:ln cap="flat" cmpd="sng" w="57150">
            <a:solidFill>
              <a:srgbClr val="FFEDE7">
                <a:alpha val="82745"/>
              </a:srgbClr>
            </a:solidFill>
            <a:prstDash val="solid"/>
            <a:round/>
            <a:headEnd len="sm" w="sm" type="none"/>
            <a:tailEnd len="sm" w="sm" type="none"/>
          </a:ln>
        </p:spPr>
      </p:cxnSp>
      <p:cxnSp>
        <p:nvCxnSpPr>
          <p:cNvPr id="183" name="Google Shape;183;p24"/>
          <p:cNvCxnSpPr/>
          <p:nvPr/>
        </p:nvCxnSpPr>
        <p:spPr>
          <a:xfrm>
            <a:off x="854112" y="0"/>
            <a:ext cx="0" cy="6858000"/>
          </a:xfrm>
          <a:prstGeom prst="straightConnector1">
            <a:avLst/>
          </a:prstGeom>
          <a:noFill/>
          <a:ln cap="flat" cmpd="sng" w="57150">
            <a:solidFill>
              <a:srgbClr val="FEC2AC"/>
            </a:solidFill>
            <a:prstDash val="solid"/>
            <a:round/>
            <a:headEnd len="sm" w="sm" type="none"/>
            <a:tailEnd len="sm" w="sm" type="none"/>
          </a:ln>
        </p:spPr>
      </p:cxnSp>
      <p:cxnSp>
        <p:nvCxnSpPr>
          <p:cNvPr id="184" name="Google Shape;184;p24"/>
          <p:cNvCxnSpPr/>
          <p:nvPr/>
        </p:nvCxnSpPr>
        <p:spPr>
          <a:xfrm>
            <a:off x="1726640" y="0"/>
            <a:ext cx="0" cy="6858000"/>
          </a:xfrm>
          <a:prstGeom prst="straightConnector1">
            <a:avLst/>
          </a:prstGeom>
          <a:noFill/>
          <a:ln cap="flat" cmpd="sng" w="28575">
            <a:solidFill>
              <a:srgbClr val="FEC2AC">
                <a:alpha val="81960"/>
              </a:srgbClr>
            </a:solidFill>
            <a:prstDash val="solid"/>
            <a:round/>
            <a:headEnd len="sm" w="sm" type="none"/>
            <a:tailEnd len="sm" w="sm" type="none"/>
          </a:ln>
        </p:spPr>
      </p:cxnSp>
      <p:cxnSp>
        <p:nvCxnSpPr>
          <p:cNvPr id="185" name="Google Shape;185;p24"/>
          <p:cNvCxnSpPr/>
          <p:nvPr/>
        </p:nvCxnSpPr>
        <p:spPr>
          <a:xfrm>
            <a:off x="1066800" y="0"/>
            <a:ext cx="0" cy="6858000"/>
          </a:xfrm>
          <a:prstGeom prst="straightConnector1">
            <a:avLst/>
          </a:prstGeom>
          <a:noFill/>
          <a:ln cap="flat" cmpd="sng" w="9525">
            <a:solidFill>
              <a:srgbClr val="FEC2AC"/>
            </a:solidFill>
            <a:prstDash val="solid"/>
            <a:round/>
            <a:headEnd len="sm" w="sm" type="none"/>
            <a:tailEnd len="sm" w="sm" type="none"/>
          </a:ln>
        </p:spPr>
      </p:cxnSp>
      <p:sp>
        <p:nvSpPr>
          <p:cNvPr id="186" name="Google Shape;186;p24"/>
          <p:cNvSpPr/>
          <p:nvPr/>
        </p:nvSpPr>
        <p:spPr>
          <a:xfrm>
            <a:off x="1219200" y="0"/>
            <a:ext cx="76200" cy="6858000"/>
          </a:xfrm>
          <a:prstGeom prst="rect">
            <a:avLst/>
          </a:prstGeom>
          <a:solidFill>
            <a:srgbClr val="FEC2AC">
              <a:alpha val="5098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7" name="Google Shape;187;p24"/>
          <p:cNvSpPr/>
          <p:nvPr/>
        </p:nvSpPr>
        <p:spPr>
          <a:xfrm>
            <a:off x="609600" y="3429000"/>
            <a:ext cx="1295400" cy="129540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8" name="Google Shape;188;p24"/>
          <p:cNvSpPr/>
          <p:nvPr/>
        </p:nvSpPr>
        <p:spPr>
          <a:xfrm>
            <a:off x="1324704" y="4866752"/>
            <a:ext cx="641424" cy="641424"/>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89" name="Google Shape;189;p24"/>
          <p:cNvSpPr/>
          <p:nvPr/>
        </p:nvSpPr>
        <p:spPr>
          <a:xfrm>
            <a:off x="1091080" y="5500632"/>
            <a:ext cx="137160" cy="1371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90" name="Google Shape;190;p24"/>
          <p:cNvSpPr/>
          <p:nvPr/>
        </p:nvSpPr>
        <p:spPr>
          <a:xfrm>
            <a:off x="1664208" y="5791200"/>
            <a:ext cx="274320" cy="2743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91" name="Google Shape;191;p24"/>
          <p:cNvSpPr/>
          <p:nvPr/>
        </p:nvSpPr>
        <p:spPr>
          <a:xfrm>
            <a:off x="1879040" y="4479888"/>
            <a:ext cx="365760" cy="36576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92" name="Google Shape;192;p24"/>
          <p:cNvCxnSpPr/>
          <p:nvPr/>
        </p:nvCxnSpPr>
        <p:spPr>
          <a:xfrm>
            <a:off x="9097944" y="0"/>
            <a:ext cx="0" cy="6858000"/>
          </a:xfrm>
          <a:prstGeom prst="straightConnector1">
            <a:avLst/>
          </a:prstGeom>
          <a:noFill/>
          <a:ln cap="flat" cmpd="thickThin" w="57150">
            <a:solidFill>
              <a:srgbClr val="FEC2AC"/>
            </a:solidFill>
            <a:prstDash val="solid"/>
            <a:round/>
            <a:headEnd len="sm" w="sm" type="none"/>
            <a:tailEnd len="sm" w="sm" type="none"/>
          </a:ln>
        </p:spPr>
      </p:cxnSp>
      <p:sp>
        <p:nvSpPr>
          <p:cNvPr id="193" name="Google Shape;193;p24"/>
          <p:cNvSpPr txBox="1"/>
          <p:nvPr>
            <p:ph idx="12" type="sldNum"/>
          </p:nvPr>
        </p:nvSpPr>
        <p:spPr>
          <a:xfrm>
            <a:off x="1340616" y="4928702"/>
            <a:ext cx="609600" cy="517524"/>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94" name="Shape 194"/>
        <p:cNvGrpSpPr/>
        <p:nvPr/>
      </p:nvGrpSpPr>
      <p:grpSpPr>
        <a:xfrm>
          <a:off x="0" y="0"/>
          <a:ext cx="0" cy="0"/>
          <a:chOff x="0" y="0"/>
          <a:chExt cx="0" cy="0"/>
        </a:xfrm>
      </p:grpSpPr>
      <p:sp>
        <p:nvSpPr>
          <p:cNvPr id="195" name="Google Shape;195;p25"/>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25"/>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25"/>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25"/>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199" name="Google Shape;199;p25"/>
          <p:cNvSpPr txBox="1"/>
          <p:nvPr>
            <p:ph idx="1" type="body"/>
          </p:nvPr>
        </p:nvSpPr>
        <p:spPr>
          <a:xfrm>
            <a:off x="457200"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0" name="Google Shape;200;p25"/>
          <p:cNvSpPr txBox="1"/>
          <p:nvPr>
            <p:ph idx="2" type="body"/>
          </p:nvPr>
        </p:nvSpPr>
        <p:spPr>
          <a:xfrm>
            <a:off x="4270248" y="1600200"/>
            <a:ext cx="3657600" cy="45720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1" name="Shape 201"/>
        <p:cNvGrpSpPr/>
        <p:nvPr/>
      </p:nvGrpSpPr>
      <p:grpSpPr>
        <a:xfrm>
          <a:off x="0" y="0"/>
          <a:ext cx="0" cy="0"/>
          <a:chOff x="0" y="0"/>
          <a:chExt cx="0" cy="0"/>
        </a:xfrm>
      </p:grpSpPr>
      <p:sp>
        <p:nvSpPr>
          <p:cNvPr id="202" name="Google Shape;202;p26"/>
          <p:cNvSpPr txBox="1"/>
          <p:nvPr>
            <p:ph type="title"/>
          </p:nvPr>
        </p:nvSpPr>
        <p:spPr>
          <a:xfrm>
            <a:off x="457200" y="273050"/>
            <a:ext cx="75438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3000"/>
              <a:buFont typeface="Century Schoolboo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26"/>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26"/>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26"/>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06" name="Google Shape;206;p26"/>
          <p:cNvSpPr txBox="1"/>
          <p:nvPr>
            <p:ph idx="1" type="body"/>
          </p:nvPr>
        </p:nvSpPr>
        <p:spPr>
          <a:xfrm>
            <a:off x="457200"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7" name="Google Shape;207;p26"/>
          <p:cNvSpPr txBox="1"/>
          <p:nvPr>
            <p:ph idx="2" type="body"/>
          </p:nvPr>
        </p:nvSpPr>
        <p:spPr>
          <a:xfrm>
            <a:off x="4371975" y="2362200"/>
            <a:ext cx="3657600" cy="38862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8" name="Google Shape;208;p26"/>
          <p:cNvSpPr/>
          <p:nvPr>
            <p:ph idx="3" type="body"/>
          </p:nvPr>
        </p:nvSpPr>
        <p:spPr>
          <a:xfrm>
            <a:off x="4572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09" name="Google Shape;209;p26"/>
          <p:cNvSpPr/>
          <p:nvPr>
            <p:ph idx="4" type="body"/>
          </p:nvPr>
        </p:nvSpPr>
        <p:spPr>
          <a:xfrm>
            <a:off x="4343400" y="1569720"/>
            <a:ext cx="3657600" cy="658368"/>
          </a:xfrm>
          <a:prstGeom prst="roundRect">
            <a:avLst>
              <a:gd fmla="val 16667" name="adj"/>
            </a:avLst>
          </a:prstGeom>
          <a:solidFill>
            <a:schemeClr val="accent1"/>
          </a:solidFill>
          <a:ln>
            <a:noFill/>
          </a:ln>
        </p:spPr>
        <p:txBody>
          <a:bodyPr anchorCtr="0" anchor="ctr" bIns="45700" lIns="91425" spcFirstLastPara="1" rIns="91425" wrap="square" tIns="45700">
            <a:normAutofit/>
          </a:bodyPr>
          <a:lstStyle>
            <a:lvl1pPr indent="-228600" lvl="0" marL="457200" algn="l">
              <a:spcBef>
                <a:spcPts val="600"/>
              </a:spcBef>
              <a:spcAft>
                <a:spcPts val="0"/>
              </a:spcAft>
              <a:buSzPts val="1400"/>
              <a:buFont typeface="Century Schoolbook"/>
              <a:buNone/>
              <a:defRPr b="1" sz="2000">
                <a:solidFill>
                  <a:srgbClr val="FFFFFF"/>
                </a:solidFill>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0" name="Shape 210"/>
        <p:cNvGrpSpPr/>
        <p:nvPr/>
      </p:nvGrpSpPr>
      <p:grpSpPr>
        <a:xfrm>
          <a:off x="0" y="0"/>
          <a:ext cx="0" cy="0"/>
          <a:chOff x="0" y="0"/>
          <a:chExt cx="0" cy="0"/>
        </a:xfrm>
      </p:grpSpPr>
      <p:sp>
        <p:nvSpPr>
          <p:cNvPr id="211" name="Google Shape;211;p2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2" name="Google Shape;212;p27"/>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p27"/>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14" name="Google Shape;214;p27"/>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5" name="Shape 215"/>
        <p:cNvGrpSpPr/>
        <p:nvPr/>
      </p:nvGrpSpPr>
      <p:grpSpPr>
        <a:xfrm>
          <a:off x="0" y="0"/>
          <a:ext cx="0" cy="0"/>
          <a:chOff x="0" y="0"/>
          <a:chExt cx="0" cy="0"/>
        </a:xfrm>
      </p:grpSpPr>
      <p:sp>
        <p:nvSpPr>
          <p:cNvPr id="216" name="Google Shape;216;p28"/>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28"/>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28"/>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solidFill>
          <a:schemeClr val="lt1"/>
        </a:solidFill>
      </p:bgPr>
    </p:bg>
    <p:spTree>
      <p:nvGrpSpPr>
        <p:cNvPr id="219" name="Shape 219"/>
        <p:cNvGrpSpPr/>
        <p:nvPr/>
      </p:nvGrpSpPr>
      <p:grpSpPr>
        <a:xfrm>
          <a:off x="0" y="0"/>
          <a:ext cx="0" cy="0"/>
          <a:chOff x="0" y="0"/>
          <a:chExt cx="0" cy="0"/>
        </a:xfrm>
      </p:grpSpPr>
      <p:cxnSp>
        <p:nvCxnSpPr>
          <p:cNvPr id="220" name="Google Shape;220;p29"/>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221" name="Google Shape;221;p29"/>
          <p:cNvSpPr txBox="1"/>
          <p:nvPr>
            <p:ph type="title"/>
          </p:nvPr>
        </p:nvSpPr>
        <p:spPr>
          <a:xfrm rot="5400000">
            <a:off x="3371850"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cap="small"/>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2" name="Google Shape;222;p29"/>
          <p:cNvSpPr txBox="1"/>
          <p:nvPr>
            <p:ph idx="1" type="body"/>
          </p:nvPr>
        </p:nvSpPr>
        <p:spPr>
          <a:xfrm>
            <a:off x="6812280" y="274320"/>
            <a:ext cx="1527048" cy="4983480"/>
          </a:xfrm>
          <a:prstGeom prst="rect">
            <a:avLst/>
          </a:prstGeom>
          <a:noFill/>
          <a:ln>
            <a:noFill/>
          </a:ln>
        </p:spPr>
        <p:txBody>
          <a:bodyPr anchorCtr="0" anchor="t" bIns="45700" lIns="91425" spcFirstLastPara="1" rIns="91425" wrap="square" tIns="45700">
            <a:normAutofit/>
          </a:bodyPr>
          <a:lstStyle>
            <a:lvl1pPr indent="-228600" lvl="0" marL="457200" algn="l">
              <a:spcBef>
                <a:spcPts val="400"/>
              </a:spcBef>
              <a:spcAft>
                <a:spcPts val="0"/>
              </a:spcAft>
              <a:buSzPts val="840"/>
              <a:buNone/>
              <a:defRPr sz="1200"/>
            </a:lvl1pPr>
            <a:lvl2pPr indent="-228600" lvl="1" marL="914400" algn="l">
              <a:spcBef>
                <a:spcPts val="1000"/>
              </a:spcBef>
              <a:spcAft>
                <a:spcPts val="0"/>
              </a:spcAft>
              <a:buSzPts val="960"/>
              <a:buNone/>
              <a:defRPr sz="1200"/>
            </a:lvl2pPr>
            <a:lvl3pPr indent="-228600" lvl="2" marL="1371600" algn="l">
              <a:spcBef>
                <a:spcPts val="200"/>
              </a:spcBef>
              <a:spcAft>
                <a:spcPts val="0"/>
              </a:spcAft>
              <a:buSzPts val="6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SzPts val="612"/>
              <a:buNone/>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223" name="Google Shape;223;p29"/>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224" name="Google Shape;224;p29"/>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cxnSp>
        <p:nvCxnSpPr>
          <p:cNvPr id="225" name="Google Shape;225;p29"/>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226" name="Google Shape;226;p29"/>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27" name="Google Shape;227;p2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228" name="Google Shape;228;p2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29" name="Google Shape;229;p29"/>
          <p:cNvSpPr txBox="1"/>
          <p:nvPr>
            <p:ph idx="2" type="body"/>
          </p:nvPr>
        </p:nvSpPr>
        <p:spPr>
          <a:xfrm>
            <a:off x="304800" y="274320"/>
            <a:ext cx="5638800" cy="6327648"/>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30" name="Google Shape;230;p2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2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32" name="Google Shape;232;p2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233" name="Shape 233"/>
        <p:cNvGrpSpPr/>
        <p:nvPr/>
      </p:nvGrpSpPr>
      <p:grpSpPr>
        <a:xfrm>
          <a:off x="0" y="0"/>
          <a:ext cx="0" cy="0"/>
          <a:chOff x="0" y="0"/>
          <a:chExt cx="0" cy="0"/>
        </a:xfrm>
      </p:grpSpPr>
      <p:cxnSp>
        <p:nvCxnSpPr>
          <p:cNvPr id="234" name="Google Shape;234;p30"/>
          <p:cNvCxnSpPr/>
          <p:nvPr/>
        </p:nvCxnSpPr>
        <p:spPr>
          <a:xfrm>
            <a:off x="8763000" y="0"/>
            <a:ext cx="0" cy="6858000"/>
          </a:xfrm>
          <a:prstGeom prst="straightConnector1">
            <a:avLst/>
          </a:prstGeom>
          <a:noFill/>
          <a:ln cap="flat" cmpd="sng" w="38100">
            <a:solidFill>
              <a:srgbClr val="FEC2AC"/>
            </a:solidFill>
            <a:prstDash val="solid"/>
            <a:round/>
            <a:headEnd len="sm" w="sm" type="none"/>
            <a:tailEnd len="sm" w="sm" type="none"/>
          </a:ln>
        </p:spPr>
      </p:cxnSp>
      <p:sp>
        <p:nvSpPr>
          <p:cNvPr id="235" name="Google Shape;235;p30"/>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236" name="Google Shape;236;p30"/>
          <p:cNvSpPr txBox="1"/>
          <p:nvPr>
            <p:ph type="title"/>
          </p:nvPr>
        </p:nvSpPr>
        <p:spPr>
          <a:xfrm rot="5400000">
            <a:off x="3350133" y="3200400"/>
            <a:ext cx="6309360" cy="457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000"/>
              <a:buFont typeface="Century Schoolbook"/>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0"/>
          <p:cNvSpPr/>
          <p:nvPr>
            <p:ph idx="2" type="pic"/>
          </p:nvPr>
        </p:nvSpPr>
        <p:spPr>
          <a:xfrm>
            <a:off x="0" y="0"/>
            <a:ext cx="6172200" cy="6858000"/>
          </a:xfrm>
          <a:prstGeom prst="rect">
            <a:avLst/>
          </a:prstGeom>
          <a:solidFill>
            <a:schemeClr val="lt2"/>
          </a:solidFill>
          <a:ln>
            <a:noFill/>
          </a:ln>
        </p:spPr>
      </p:sp>
      <p:sp>
        <p:nvSpPr>
          <p:cNvPr id="238" name="Google Shape;238;p30"/>
          <p:cNvSpPr txBox="1"/>
          <p:nvPr>
            <p:ph idx="1" type="body"/>
          </p:nvPr>
        </p:nvSpPr>
        <p:spPr>
          <a:xfrm>
            <a:off x="6765798" y="264795"/>
            <a:ext cx="1524000" cy="4956048"/>
          </a:xfrm>
          <a:prstGeom prst="rect">
            <a:avLst/>
          </a:prstGeom>
          <a:noFill/>
          <a:ln>
            <a:noFill/>
          </a:ln>
        </p:spPr>
        <p:txBody>
          <a:bodyPr anchorCtr="0" anchor="t" bIns="45700" lIns="91425" spcFirstLastPara="1" rIns="91425" wrap="square" tIns="45700">
            <a:normAutofit/>
          </a:bodyPr>
          <a:lstStyle>
            <a:lvl1pPr indent="-228600" lvl="0" marL="457200" algn="l">
              <a:spcBef>
                <a:spcPts val="100"/>
              </a:spcBef>
              <a:spcAft>
                <a:spcPts val="0"/>
              </a:spcAft>
              <a:buSzPts val="840"/>
              <a:buFont typeface="Century Schoolbook"/>
              <a:buNone/>
              <a:defRPr sz="1200"/>
            </a:lvl1pPr>
            <a:lvl2pPr indent="-289560" lvl="1" marL="914400" algn="l">
              <a:spcBef>
                <a:spcPts val="400"/>
              </a:spcBef>
              <a:spcAft>
                <a:spcPts val="0"/>
              </a:spcAft>
              <a:buSzPts val="960"/>
              <a:buChar char="⚫"/>
              <a:defRPr sz="1200"/>
            </a:lvl2pPr>
            <a:lvl3pPr indent="-266700" lvl="2" marL="1371600" algn="l">
              <a:spcBef>
                <a:spcPts val="200"/>
              </a:spcBef>
              <a:spcAft>
                <a:spcPts val="0"/>
              </a:spcAft>
              <a:buSzPts val="600"/>
              <a:buChar char="🞆"/>
              <a:defRPr sz="1000"/>
            </a:lvl3pPr>
            <a:lvl4pPr indent="-262889" lvl="3" marL="1828800" algn="l">
              <a:spcBef>
                <a:spcPts val="180"/>
              </a:spcBef>
              <a:spcAft>
                <a:spcPts val="0"/>
              </a:spcAft>
              <a:buSzPts val="540"/>
              <a:buChar char="🞆"/>
              <a:defRPr sz="900"/>
            </a:lvl4pPr>
            <a:lvl5pPr indent="-267461" lvl="4" marL="2286000" algn="l">
              <a:spcBef>
                <a:spcPts val="180"/>
              </a:spcBef>
              <a:spcAft>
                <a:spcPts val="0"/>
              </a:spcAft>
              <a:buSzPts val="612"/>
              <a:buChar char="⚫"/>
              <a:defRPr sz="900"/>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cxnSp>
        <p:nvCxnSpPr>
          <p:cNvPr id="239" name="Google Shape;239;p30"/>
          <p:cNvCxnSpPr/>
          <p:nvPr/>
        </p:nvCxnSpPr>
        <p:spPr>
          <a:xfrm>
            <a:off x="8991600" y="0"/>
            <a:ext cx="0" cy="6858000"/>
          </a:xfrm>
          <a:prstGeom prst="straightConnector1">
            <a:avLst/>
          </a:prstGeom>
          <a:noFill/>
          <a:ln cap="flat" cmpd="sng" w="9525">
            <a:solidFill>
              <a:schemeClr val="dk1"/>
            </a:solidFill>
            <a:prstDash val="solid"/>
            <a:round/>
            <a:headEnd len="sm" w="sm" type="none"/>
            <a:tailEnd len="sm" w="sm" type="none"/>
          </a:ln>
        </p:spPr>
      </p:cxnSp>
      <p:sp>
        <p:nvSpPr>
          <p:cNvPr id="240" name="Google Shape;240;p30"/>
          <p:cNvSpPr/>
          <p:nvPr/>
        </p:nvSpPr>
        <p:spPr>
          <a:xfrm>
            <a:off x="8839200" y="0"/>
            <a:ext cx="304800" cy="6858000"/>
          </a:xfrm>
          <a:prstGeom prst="rect">
            <a:avLst/>
          </a:prstGeom>
          <a:solidFill>
            <a:srgbClr val="FEC2A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241" name="Google Shape;241;p30"/>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cxnSp>
        <p:nvCxnSpPr>
          <p:cNvPr id="242" name="Google Shape;242;p30"/>
          <p:cNvCxnSpPr/>
          <p:nvPr/>
        </p:nvCxnSpPr>
        <p:spPr>
          <a:xfrm>
            <a:off x="6248400" y="0"/>
            <a:ext cx="0" cy="6858000"/>
          </a:xfrm>
          <a:prstGeom prst="straightConnector1">
            <a:avLst/>
          </a:prstGeom>
          <a:noFill/>
          <a:ln cap="flat" cmpd="sng" w="38100">
            <a:solidFill>
              <a:srgbClr val="FEC2AC"/>
            </a:solidFill>
            <a:prstDash val="solid"/>
            <a:round/>
            <a:headEnd len="sm" w="sm" type="none"/>
            <a:tailEnd len="sm" w="sm" type="none"/>
          </a:ln>
        </p:spPr>
      </p:cxnSp>
      <p:cxnSp>
        <p:nvCxnSpPr>
          <p:cNvPr id="243" name="Google Shape;243;p30"/>
          <p:cNvCxnSpPr/>
          <p:nvPr/>
        </p:nvCxnSpPr>
        <p:spPr>
          <a:xfrm>
            <a:off x="6192296" y="0"/>
            <a:ext cx="0" cy="6858000"/>
          </a:xfrm>
          <a:prstGeom prst="straightConnector1">
            <a:avLst/>
          </a:prstGeom>
          <a:noFill/>
          <a:ln cap="flat" cmpd="sng" w="12700">
            <a:solidFill>
              <a:schemeClr val="accent1"/>
            </a:solidFill>
            <a:prstDash val="solid"/>
            <a:round/>
            <a:headEnd len="sm" w="sm" type="none"/>
            <a:tailEnd len="sm" w="sm" type="none"/>
          </a:ln>
        </p:spPr>
      </p:cxnSp>
      <p:sp>
        <p:nvSpPr>
          <p:cNvPr id="244" name="Google Shape;244;p30"/>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30"/>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246" name="Google Shape;246;p30"/>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7" name="Shape 247"/>
        <p:cNvGrpSpPr/>
        <p:nvPr/>
      </p:nvGrpSpPr>
      <p:grpSpPr>
        <a:xfrm>
          <a:off x="0" y="0"/>
          <a:ext cx="0" cy="0"/>
          <a:chOff x="0" y="0"/>
          <a:chExt cx="0" cy="0"/>
        </a:xfrm>
      </p:grpSpPr>
      <p:sp>
        <p:nvSpPr>
          <p:cNvPr id="248" name="Google Shape;248;p31"/>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31"/>
          <p:cNvSpPr txBox="1"/>
          <p:nvPr>
            <p:ph idx="1" type="body"/>
          </p:nvPr>
        </p:nvSpPr>
        <p:spPr>
          <a:xfrm rot="5400000">
            <a:off x="1754124" y="303276"/>
            <a:ext cx="4873752" cy="74676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0" name="Google Shape;250;p31"/>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31"/>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31"/>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53" name="Shape 253"/>
        <p:cNvGrpSpPr/>
        <p:nvPr/>
      </p:nvGrpSpPr>
      <p:grpSpPr>
        <a:xfrm>
          <a:off x="0" y="0"/>
          <a:ext cx="0" cy="0"/>
          <a:chOff x="0" y="0"/>
          <a:chExt cx="0" cy="0"/>
        </a:xfrm>
      </p:grpSpPr>
      <p:sp>
        <p:nvSpPr>
          <p:cNvPr id="254" name="Google Shape;254;p32"/>
          <p:cNvSpPr txBox="1"/>
          <p:nvPr>
            <p:ph type="title"/>
          </p:nvPr>
        </p:nvSpPr>
        <p:spPr>
          <a:xfrm rot="5400000">
            <a:off x="4541838" y="2362202"/>
            <a:ext cx="5851525" cy="1676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3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08610" lvl="0" marL="457200" algn="l">
              <a:spcBef>
                <a:spcPts val="600"/>
              </a:spcBef>
              <a:spcAft>
                <a:spcPts val="0"/>
              </a:spcAft>
              <a:buSzPts val="1260"/>
              <a:buChar char="🞆"/>
              <a:defRPr/>
            </a:lvl1pPr>
            <a:lvl2pPr indent="-320040" lvl="1" marL="914400" algn="l">
              <a:spcBef>
                <a:spcPts val="360"/>
              </a:spcBef>
              <a:spcAft>
                <a:spcPts val="0"/>
              </a:spcAft>
              <a:buSzPts val="1440"/>
              <a:buChar char="⚫"/>
              <a:defRPr/>
            </a:lvl2pPr>
            <a:lvl3pPr indent="-297180" lvl="2" marL="1371600" algn="l">
              <a:spcBef>
                <a:spcPts val="360"/>
              </a:spcBef>
              <a:spcAft>
                <a:spcPts val="0"/>
              </a:spcAft>
              <a:buSzPts val="1080"/>
              <a:buChar char="🞆"/>
              <a:defRPr/>
            </a:lvl3pPr>
            <a:lvl4pPr indent="-297180" lvl="3" marL="1828800" algn="l">
              <a:spcBef>
                <a:spcPts val="360"/>
              </a:spcBef>
              <a:spcAft>
                <a:spcPts val="0"/>
              </a:spcAft>
              <a:buSzPts val="1080"/>
              <a:buChar char="🞆"/>
              <a:defRPr/>
            </a:lvl4pPr>
            <a:lvl5pPr indent="-306323" lvl="4" marL="2286000" algn="l">
              <a:spcBef>
                <a:spcPts val="360"/>
              </a:spcBef>
              <a:spcAft>
                <a:spcPts val="0"/>
              </a:spcAft>
              <a:buSzPts val="1224"/>
              <a:buChar char="⚫"/>
              <a:defRPr/>
            </a:lvl5pPr>
            <a:lvl6pPr indent="-342900" lvl="5" marL="2743200" algn="l">
              <a:spcBef>
                <a:spcPts val="360"/>
              </a:spcBef>
              <a:spcAft>
                <a:spcPts val="0"/>
              </a:spcAft>
              <a:buSzPts val="1800"/>
              <a:buChar char="•"/>
              <a:defRPr/>
            </a:lvl6pPr>
            <a:lvl7pPr indent="-297179" lvl="6" marL="3200400" algn="l">
              <a:spcBef>
                <a:spcPts val="360"/>
              </a:spcBef>
              <a:spcAft>
                <a:spcPts val="0"/>
              </a:spcAft>
              <a:buSzPts val="108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56" name="Google Shape;256;p3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3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3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cxnSp>
        <p:nvCxnSpPr>
          <p:cNvPr id="6" name="Google Shape;6;p9"/>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7" name="Google Shape;7;p9"/>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9"/>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9" name="Google Shape;9;p9"/>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0" name="Google Shape;10;p9"/>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1" name="Google Shape;11;p9"/>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2" name="Google Shape;12;p9"/>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3" name="Google Shape;13;p9"/>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4" name="Google Shape;14;p9"/>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5" name="Google Shape;15;p9"/>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6" name="Google Shape;16;p9"/>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cxnSp>
        <p:nvCxnSpPr>
          <p:cNvPr id="133" name="Google Shape;133;p12"/>
          <p:cNvCxnSpPr/>
          <p:nvPr/>
        </p:nvCxnSpPr>
        <p:spPr>
          <a:xfrm>
            <a:off x="8763000" y="0"/>
            <a:ext cx="0" cy="6858000"/>
          </a:xfrm>
          <a:prstGeom prst="straightConnector1">
            <a:avLst/>
          </a:prstGeom>
          <a:noFill/>
          <a:ln cap="flat" cmpd="sng" w="38100">
            <a:solidFill>
              <a:srgbClr val="FEC2AC">
                <a:alpha val="92941"/>
              </a:srgbClr>
            </a:solidFill>
            <a:prstDash val="solid"/>
            <a:round/>
            <a:headEnd len="sm" w="sm" type="none"/>
            <a:tailEnd len="sm" w="sm" type="none"/>
          </a:ln>
        </p:spPr>
      </p:cxnSp>
      <p:sp>
        <p:nvSpPr>
          <p:cNvPr id="134" name="Google Shape;134;p1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dk2"/>
              </a:buClr>
              <a:buSzPts val="3000"/>
              <a:buFont typeface="Century Schoolbook"/>
              <a:buNone/>
              <a:defRPr b="0" i="0" sz="3000" u="none" cap="small" strike="noStrike">
                <a:solidFill>
                  <a:schemeClr val="dk2"/>
                </a:solidFill>
                <a:latin typeface="Century Schoolbook"/>
                <a:ea typeface="Century Schoolbook"/>
                <a:cs typeface="Century Schoolbook"/>
                <a:sym typeface="Century Schoolboo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5" name="Google Shape;135;p12"/>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lvl1pPr indent="-335280" lvl="0" marL="457200" marR="0" rtl="0" algn="l">
              <a:spcBef>
                <a:spcPts val="600"/>
              </a:spcBef>
              <a:spcAft>
                <a:spcPts val="0"/>
              </a:spcAft>
              <a:buClr>
                <a:schemeClr val="accent1"/>
              </a:buClr>
              <a:buSzPts val="1680"/>
              <a:buFont typeface="Noto Sans Symbols"/>
              <a:buChar char="🞆"/>
              <a:defRPr b="0" i="0" sz="2400" u="none" cap="none" strike="noStrike">
                <a:solidFill>
                  <a:schemeClr val="dk1"/>
                </a:solidFill>
                <a:latin typeface="Century Schoolbook"/>
                <a:ea typeface="Century Schoolbook"/>
                <a:cs typeface="Century Schoolbook"/>
                <a:sym typeface="Century Schoolbook"/>
              </a:defRPr>
            </a:lvl1pPr>
            <a:lvl2pPr indent="-335280" lvl="1" marL="914400" marR="0" rtl="0" algn="l">
              <a:spcBef>
                <a:spcPts val="420"/>
              </a:spcBef>
              <a:spcAft>
                <a:spcPts val="0"/>
              </a:spcAft>
              <a:buClr>
                <a:schemeClr val="accent1"/>
              </a:buClr>
              <a:buSzPts val="1680"/>
              <a:buFont typeface="Noto Sans Symbols"/>
              <a:buChar char="⚫"/>
              <a:defRPr b="0" i="0" sz="2100" u="none" cap="none" strike="noStrike">
                <a:solidFill>
                  <a:schemeClr val="dk1"/>
                </a:solidFill>
                <a:latin typeface="Century Schoolbook"/>
                <a:ea typeface="Century Schoolbook"/>
                <a:cs typeface="Century Schoolbook"/>
                <a:sym typeface="Century Schoolbook"/>
              </a:defRPr>
            </a:lvl2pPr>
            <a:lvl3pPr indent="-297180" lvl="2" marL="1371600" marR="0" rtl="0" algn="l">
              <a:spcBef>
                <a:spcPts val="360"/>
              </a:spcBef>
              <a:spcAft>
                <a:spcPts val="0"/>
              </a:spcAft>
              <a:buClr>
                <a:srgbClr val="DE7530"/>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3pPr>
            <a:lvl4pPr indent="-297180" lvl="3" marL="1828800" marR="0" rtl="0" algn="l">
              <a:spcBef>
                <a:spcPts val="360"/>
              </a:spcBef>
              <a:spcAft>
                <a:spcPts val="0"/>
              </a:spcAft>
              <a:buClr>
                <a:srgbClr val="FEC2AC"/>
              </a:buClr>
              <a:buSzPts val="1080"/>
              <a:buFont typeface="Noto Sans Symbols"/>
              <a:buChar char="🞆"/>
              <a:defRPr b="0" i="0" sz="1800" u="none" cap="none" strike="noStrike">
                <a:solidFill>
                  <a:schemeClr val="dk1"/>
                </a:solidFill>
                <a:latin typeface="Century Schoolbook"/>
                <a:ea typeface="Century Schoolbook"/>
                <a:cs typeface="Century Schoolbook"/>
                <a:sym typeface="Century Schoolbook"/>
              </a:defRPr>
            </a:lvl4pPr>
            <a:lvl5pPr indent="-297688" lvl="4" marL="2286000" marR="0" rtl="0" algn="l">
              <a:spcBef>
                <a:spcPts val="320"/>
              </a:spcBef>
              <a:spcAft>
                <a:spcPts val="0"/>
              </a:spcAft>
              <a:buClr>
                <a:srgbClr val="BBC9E9"/>
              </a:buClr>
              <a:buSzPts val="1088"/>
              <a:buFont typeface="Noto Sans Symbols"/>
              <a:buChar char="⚫"/>
              <a:defRPr b="0" i="0" sz="1600" u="none" cap="none" strike="noStrike">
                <a:solidFill>
                  <a:schemeClr val="dk1"/>
                </a:solidFill>
                <a:latin typeface="Century Schoolbook"/>
                <a:ea typeface="Century Schoolbook"/>
                <a:cs typeface="Century Schoolbook"/>
                <a:sym typeface="Century Schoolbook"/>
              </a:defRPr>
            </a:lvl5pPr>
            <a:lvl6pPr indent="-330200" lvl="5" marL="2743200" marR="0" rtl="0" algn="l">
              <a:spcBef>
                <a:spcPts val="320"/>
              </a:spcBef>
              <a:spcAft>
                <a:spcPts val="0"/>
              </a:spcAft>
              <a:buClr>
                <a:schemeClr val="accent1"/>
              </a:buClr>
              <a:buSzPts val="1600"/>
              <a:buFont typeface="Century Schoolbook"/>
              <a:buChar char="•"/>
              <a:defRPr b="0" i="0" sz="1600" u="none" cap="none" strike="noStrike">
                <a:solidFill>
                  <a:schemeClr val="dk2"/>
                </a:solidFill>
                <a:latin typeface="Century Schoolbook"/>
                <a:ea typeface="Century Schoolbook"/>
                <a:cs typeface="Century Schoolbook"/>
                <a:sym typeface="Century Schoolbook"/>
              </a:defRPr>
            </a:lvl6pPr>
            <a:lvl7pPr indent="-281939" lvl="6" marL="3200400" marR="0" rtl="0" algn="l">
              <a:spcBef>
                <a:spcPts val="280"/>
              </a:spcBef>
              <a:spcAft>
                <a:spcPts val="0"/>
              </a:spcAft>
              <a:buClr>
                <a:srgbClr val="FEC2AC"/>
              </a:buClr>
              <a:buSzPts val="840"/>
              <a:buFont typeface="Noto Sans Symbols"/>
              <a:buChar char="⚪"/>
              <a:defRPr b="0" i="0" sz="1400" u="none" cap="none" strike="noStrike">
                <a:solidFill>
                  <a:schemeClr val="dk2"/>
                </a:solidFill>
                <a:latin typeface="Century Schoolbook"/>
                <a:ea typeface="Century Schoolbook"/>
                <a:cs typeface="Century Schoolbook"/>
                <a:sym typeface="Century Schoolbook"/>
              </a:defRPr>
            </a:lvl7pPr>
            <a:lvl8pPr indent="-317500" lvl="7" marL="3657600" marR="0" rtl="0" algn="l">
              <a:spcBef>
                <a:spcPts val="280"/>
              </a:spcBef>
              <a:spcAft>
                <a:spcPts val="0"/>
              </a:spcAft>
              <a:buClr>
                <a:schemeClr val="accent2"/>
              </a:buClr>
              <a:buSzPts val="1400"/>
              <a:buFont typeface="Century Schoolbook"/>
              <a:buChar char="•"/>
              <a:defRPr b="0" i="0" sz="1400" u="none" cap="small" strike="noStrike">
                <a:solidFill>
                  <a:schemeClr val="dk2"/>
                </a:solidFill>
                <a:latin typeface="Century Schoolbook"/>
                <a:ea typeface="Century Schoolbook"/>
                <a:cs typeface="Century Schoolbook"/>
                <a:sym typeface="Century Schoolbook"/>
              </a:defRPr>
            </a:lvl8pPr>
            <a:lvl9pPr indent="-317500" lvl="8" marL="4114800" marR="0" rtl="0" algn="l">
              <a:spcBef>
                <a:spcPts val="280"/>
              </a:spcBef>
              <a:spcAft>
                <a:spcPts val="0"/>
              </a:spcAft>
              <a:buClr>
                <a:srgbClr val="DE7530"/>
              </a:buClr>
              <a:buSzPts val="1400"/>
              <a:buFont typeface="Century Schoolbook"/>
              <a:buChar char="•"/>
              <a:defRPr b="0" i="0" sz="1400" u="none" cap="none" strike="noStrike">
                <a:solidFill>
                  <a:schemeClr val="dk2"/>
                </a:solidFill>
                <a:latin typeface="Century Schoolbook"/>
                <a:ea typeface="Century Schoolbook"/>
                <a:cs typeface="Century Schoolbook"/>
                <a:sym typeface="Century Schoolbook"/>
              </a:defRPr>
            </a:lvl9pPr>
          </a:lstStyle>
          <a:p/>
        </p:txBody>
      </p:sp>
      <p:sp>
        <p:nvSpPr>
          <p:cNvPr id="136" name="Google Shape;136;p12"/>
          <p:cNvSpPr txBox="1"/>
          <p:nvPr>
            <p:ph idx="10" type="dt"/>
          </p:nvPr>
        </p:nvSpPr>
        <p:spPr>
          <a:xfrm rot="5400000">
            <a:off x="7589520" y="1081851"/>
            <a:ext cx="2011680" cy="38404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sp>
        <p:nvSpPr>
          <p:cNvPr id="137" name="Google Shape;137;p12"/>
          <p:cNvSpPr txBox="1"/>
          <p:nvPr>
            <p:ph idx="11" type="ftr"/>
          </p:nvPr>
        </p:nvSpPr>
        <p:spPr>
          <a:xfrm rot="5400000">
            <a:off x="6990186" y="3737240"/>
            <a:ext cx="3200400" cy="36576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Century Schoolbook"/>
                <a:ea typeface="Century Schoolbook"/>
                <a:cs typeface="Century Schoolbook"/>
                <a:sym typeface="Century Schoolbook"/>
              </a:defRPr>
            </a:lvl1pPr>
            <a:lvl2pPr lvl="1"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2pPr>
            <a:lvl3pPr lvl="2"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3pPr>
            <a:lvl4pPr lvl="3"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4pPr>
            <a:lvl5pPr lvl="4"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5pPr>
            <a:lvl6pPr lvl="5"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6pPr>
            <a:lvl7pPr lvl="6"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7pPr>
            <a:lvl8pPr lvl="7"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8pPr>
            <a:lvl9pPr lvl="8" marR="0" rtl="0" algn="l">
              <a:spcBef>
                <a:spcPts val="0"/>
              </a:spcBef>
              <a:spcAft>
                <a:spcPts val="0"/>
              </a:spcAft>
              <a:buSzPts val="1400"/>
              <a:buNone/>
              <a:defRPr b="0" i="0" sz="1800" u="none" cap="none" strike="noStrike">
                <a:solidFill>
                  <a:schemeClr val="dk1"/>
                </a:solidFill>
                <a:latin typeface="Century Schoolbook"/>
                <a:ea typeface="Century Schoolbook"/>
                <a:cs typeface="Century Schoolbook"/>
                <a:sym typeface="Century Schoolbook"/>
              </a:defRPr>
            </a:lvl9pPr>
          </a:lstStyle>
          <a:p/>
        </p:txBody>
      </p:sp>
      <p:cxnSp>
        <p:nvCxnSpPr>
          <p:cNvPr id="138" name="Google Shape;138;p12"/>
          <p:cNvCxnSpPr/>
          <p:nvPr/>
        </p:nvCxnSpPr>
        <p:spPr>
          <a:xfrm>
            <a:off x="76200" y="0"/>
            <a:ext cx="0" cy="6858000"/>
          </a:xfrm>
          <a:prstGeom prst="straightConnector1">
            <a:avLst/>
          </a:prstGeom>
          <a:noFill/>
          <a:ln cap="flat" cmpd="thickThin" w="57150">
            <a:solidFill>
              <a:srgbClr val="FEC2AC"/>
            </a:solidFill>
            <a:prstDash val="solid"/>
            <a:round/>
            <a:headEnd len="sm" w="sm" type="none"/>
            <a:tailEnd len="sm" w="sm" type="none"/>
          </a:ln>
        </p:spPr>
      </p:cxnSp>
      <p:cxnSp>
        <p:nvCxnSpPr>
          <p:cNvPr id="139" name="Google Shape;139;p12"/>
          <p:cNvCxnSpPr/>
          <p:nvPr/>
        </p:nvCxnSpPr>
        <p:spPr>
          <a:xfrm>
            <a:off x="8991600" y="0"/>
            <a:ext cx="0" cy="6858000"/>
          </a:xfrm>
          <a:prstGeom prst="straightConnector1">
            <a:avLst/>
          </a:prstGeom>
          <a:noFill/>
          <a:ln cap="flat" cmpd="sng" w="19050">
            <a:solidFill>
              <a:schemeClr val="accent1"/>
            </a:solidFill>
            <a:prstDash val="solid"/>
            <a:round/>
            <a:headEnd len="sm" w="sm" type="none"/>
            <a:tailEnd len="sm" w="sm" type="none"/>
          </a:ln>
        </p:spPr>
      </p:cxnSp>
      <p:sp>
        <p:nvSpPr>
          <p:cNvPr id="140" name="Google Shape;140;p12"/>
          <p:cNvSpPr/>
          <p:nvPr/>
        </p:nvSpPr>
        <p:spPr>
          <a:xfrm>
            <a:off x="8839200" y="0"/>
            <a:ext cx="304800" cy="6858000"/>
          </a:xfrm>
          <a:prstGeom prst="rect">
            <a:avLst/>
          </a:prstGeom>
          <a:solidFill>
            <a:srgbClr val="FEC2AC">
              <a:alpha val="8666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cxnSp>
        <p:nvCxnSpPr>
          <p:cNvPr id="141" name="Google Shape;141;p12"/>
          <p:cNvCxnSpPr/>
          <p:nvPr/>
        </p:nvCxnSpPr>
        <p:spPr>
          <a:xfrm>
            <a:off x="8915400" y="0"/>
            <a:ext cx="0" cy="6858000"/>
          </a:xfrm>
          <a:prstGeom prst="straightConnector1">
            <a:avLst/>
          </a:prstGeom>
          <a:noFill/>
          <a:ln cap="flat" cmpd="sng" w="9525">
            <a:solidFill>
              <a:schemeClr val="accent1"/>
            </a:solidFill>
            <a:prstDash val="solid"/>
            <a:round/>
            <a:headEnd len="sm" w="sm" type="none"/>
            <a:tailEnd len="sm" w="sm" type="none"/>
          </a:ln>
        </p:spPr>
      </p:cxnSp>
      <p:sp>
        <p:nvSpPr>
          <p:cNvPr id="142" name="Google Shape;142;p12"/>
          <p:cNvSpPr/>
          <p:nvPr/>
        </p:nvSpPr>
        <p:spPr>
          <a:xfrm>
            <a:off x="8156448" y="5715000"/>
            <a:ext cx="548640" cy="54864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entury Schoolbook"/>
              <a:ea typeface="Century Schoolbook"/>
              <a:cs typeface="Century Schoolbook"/>
              <a:sym typeface="Century Schoolbook"/>
            </a:endParaRPr>
          </a:p>
        </p:txBody>
      </p:sp>
      <p:sp>
        <p:nvSpPr>
          <p:cNvPr id="143" name="Google Shape;143;p12"/>
          <p:cNvSpPr txBox="1"/>
          <p:nvPr>
            <p:ph idx="12" type="sldNum"/>
          </p:nvPr>
        </p:nvSpPr>
        <p:spPr>
          <a:xfrm>
            <a:off x="8129016" y="5734050"/>
            <a:ext cx="609600" cy="521208"/>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1pPr>
            <a:lvl2pPr indent="0" lvl="1"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2pPr>
            <a:lvl3pPr indent="0" lvl="2"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3pPr>
            <a:lvl4pPr indent="0" lvl="3"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4pPr>
            <a:lvl5pPr indent="0" lvl="4"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5pPr>
            <a:lvl6pPr indent="0" lvl="5"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6pPr>
            <a:lvl7pPr indent="0" lvl="6"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7pPr>
            <a:lvl8pPr indent="0" lvl="7"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8pPr>
            <a:lvl9pPr indent="0" lvl="8" marL="0" marR="0" rtl="0" algn="ctr">
              <a:spcBef>
                <a:spcPts val="0"/>
              </a:spcBef>
              <a:buNone/>
              <a:defRPr b="1" i="0" sz="1400" u="none" cap="none" strike="noStrike">
                <a:solidFill>
                  <a:srgbClr val="FFFFFF"/>
                </a:solidFill>
                <a:latin typeface="Century Schoolbook"/>
                <a:ea typeface="Century Schoolbook"/>
                <a:cs typeface="Century Schoolbook"/>
                <a:sym typeface="Century Schoolbook"/>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
          <p:cNvSpPr txBox="1"/>
          <p:nvPr>
            <p:ph type="ctrTitle"/>
          </p:nvPr>
        </p:nvSpPr>
        <p:spPr>
          <a:xfrm>
            <a:off x="2286000" y="2266950"/>
            <a:ext cx="6172200" cy="2862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Research &amp; Innovation in CSE</a:t>
            </a:r>
            <a:endParaRPr/>
          </a:p>
          <a:p>
            <a:pPr indent="0" lvl="0" marL="0" rtl="0" algn="l">
              <a:spcBef>
                <a:spcPts val="0"/>
              </a:spcBef>
              <a:spcAft>
                <a:spcPts val="0"/>
              </a:spcAft>
              <a:buClr>
                <a:schemeClr val="dk2"/>
              </a:buClr>
              <a:buSzPts val="3000"/>
              <a:buFont typeface="Century Schoolbook"/>
              <a:buNone/>
            </a:pPr>
            <a:r>
              <a:t/>
            </a:r>
            <a:endParaRPr/>
          </a:p>
          <a:p>
            <a:pPr indent="0" lvl="0" marL="0" rtl="0" algn="l">
              <a:spcBef>
                <a:spcPts val="0"/>
              </a:spcBef>
              <a:spcAft>
                <a:spcPts val="0"/>
              </a:spcAft>
              <a:buClr>
                <a:schemeClr val="dk2"/>
              </a:buClr>
              <a:buSzPts val="3000"/>
              <a:buFont typeface="Century Schoolbook"/>
              <a:buNone/>
            </a:pPr>
            <a:r>
              <a:rPr lang="en-US"/>
              <a:t>Abstarct</a:t>
            </a:r>
            <a:endParaRPr/>
          </a:p>
        </p:txBody>
      </p:sp>
      <p:sp>
        <p:nvSpPr>
          <p:cNvPr id="264" name="Google Shape;264;p1"/>
          <p:cNvSpPr txBox="1"/>
          <p:nvPr>
            <p:ph idx="1" type="subTitle"/>
          </p:nvPr>
        </p:nvSpPr>
        <p:spPr>
          <a:xfrm>
            <a:off x="2286000" y="5257800"/>
            <a:ext cx="66294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260"/>
              <a:buNone/>
            </a:pPr>
            <a:r>
              <a:rPr lang="en-US"/>
              <a:t>Dr. Arif Mahmud</a:t>
            </a:r>
            <a:endParaRPr/>
          </a:p>
          <a:p>
            <a:pPr indent="0" lvl="0" marL="0" rtl="0" algn="l">
              <a:spcBef>
                <a:spcPts val="600"/>
              </a:spcBef>
              <a:spcAft>
                <a:spcPts val="0"/>
              </a:spcAft>
              <a:buSzPts val="1260"/>
              <a:buNone/>
            </a:pPr>
            <a:r>
              <a:rPr lang="en-US"/>
              <a:t>Associate Professor &amp; Associate Head</a:t>
            </a:r>
            <a:endParaRPr/>
          </a:p>
          <a:p>
            <a:pPr indent="0" lvl="0" marL="0" rtl="0" algn="l">
              <a:spcBef>
                <a:spcPts val="600"/>
              </a:spcBef>
              <a:spcAft>
                <a:spcPts val="0"/>
              </a:spcAft>
              <a:buSzPts val="1260"/>
              <a:buNone/>
            </a:pPr>
            <a:r>
              <a:rPr lang="en-US"/>
              <a:t>Department of CSE, Daffodil International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abstract</a:t>
            </a:r>
            <a:endParaRPr/>
          </a:p>
        </p:txBody>
      </p:sp>
      <p:sp>
        <p:nvSpPr>
          <p:cNvPr id="270" name="Google Shape;270;p2"/>
          <p:cNvSpPr txBox="1"/>
          <p:nvPr>
            <p:ph idx="1" type="body"/>
          </p:nvPr>
        </p:nvSpPr>
        <p:spPr>
          <a:xfrm>
            <a:off x="457200" y="1600200"/>
            <a:ext cx="7467600" cy="4648200"/>
          </a:xfrm>
          <a:prstGeom prst="rect">
            <a:avLst/>
          </a:prstGeom>
          <a:noFill/>
          <a:ln>
            <a:noFill/>
          </a:ln>
        </p:spPr>
        <p:txBody>
          <a:bodyPr anchorCtr="0" anchor="t" bIns="45700" lIns="91425" spcFirstLastPara="1" rIns="91425" wrap="square" tIns="45700">
            <a:normAutofit/>
          </a:bodyPr>
          <a:lstStyle/>
          <a:p>
            <a:pPr indent="-274320" lvl="0" marL="274320" rtl="0" algn="just">
              <a:spcBef>
                <a:spcPts val="0"/>
              </a:spcBef>
              <a:spcAft>
                <a:spcPts val="0"/>
              </a:spcAft>
              <a:buSzPts val="1680"/>
              <a:buChar char="🞆"/>
            </a:pPr>
            <a:r>
              <a:rPr lang="en-US"/>
              <a:t>An abstract is a concise summary of a research paper or entire thesis. </a:t>
            </a:r>
            <a:endParaRPr/>
          </a:p>
          <a:p>
            <a:pPr indent="-274320" lvl="0" marL="274320" rtl="0" algn="just">
              <a:spcBef>
                <a:spcPts val="600"/>
              </a:spcBef>
              <a:spcAft>
                <a:spcPts val="0"/>
              </a:spcAft>
              <a:buSzPts val="1680"/>
              <a:buChar char="🞆"/>
            </a:pPr>
            <a:r>
              <a:rPr lang="en-US"/>
              <a:t>It is a well-developed single paragraph of approximately 250 (100-300 words, but there’s often a strict word limit) words in length. The function of the abstract is to outline briefly all parts of the paper. </a:t>
            </a:r>
            <a:endParaRPr/>
          </a:p>
          <a:p>
            <a:pPr indent="-274320" lvl="0" marL="274320" rtl="0" algn="just">
              <a:spcBef>
                <a:spcPts val="600"/>
              </a:spcBef>
              <a:spcAft>
                <a:spcPts val="0"/>
              </a:spcAft>
              <a:buSzPts val="1680"/>
              <a:buChar char="🞆"/>
            </a:pPr>
            <a:r>
              <a:rPr lang="en-US"/>
              <a:t>A good abstract is short but impactful, so make sure every word counts.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What to include</a:t>
            </a:r>
            <a:endParaRPr/>
          </a:p>
        </p:txBody>
      </p:sp>
      <p:sp>
        <p:nvSpPr>
          <p:cNvPr id="276" name="Google Shape;276;p3"/>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70000"/>
              <a:buChar char="🞆"/>
            </a:pPr>
            <a:r>
              <a:rPr lang="en-US"/>
              <a:t>1. Reason for writing: What is the importance of the research? Why would a reader be interested in the larger work?</a:t>
            </a:r>
            <a:endParaRPr/>
          </a:p>
          <a:p>
            <a:pPr indent="-274320" lvl="0" marL="274320" rtl="0" algn="l">
              <a:spcBef>
                <a:spcPts val="600"/>
              </a:spcBef>
              <a:spcAft>
                <a:spcPts val="0"/>
              </a:spcAft>
              <a:buSzPct val="70000"/>
              <a:buChar char="🞆"/>
            </a:pPr>
            <a:r>
              <a:rPr lang="en-US"/>
              <a:t>2. Problem: What problem does this work attempt to solve? What is the scope of the project? What is the main argument, thesis or claim?</a:t>
            </a:r>
            <a:endParaRPr/>
          </a:p>
          <a:p>
            <a:pPr indent="-274320" lvl="0" marL="274320" rtl="0" algn="l">
              <a:spcBef>
                <a:spcPts val="600"/>
              </a:spcBef>
              <a:spcAft>
                <a:spcPts val="0"/>
              </a:spcAft>
              <a:buSzPct val="70000"/>
              <a:buChar char="🞆"/>
            </a:pPr>
            <a:r>
              <a:rPr lang="en-US"/>
              <a:t>3. Methodology: A scientific work may include specific models or approaches used in the larger study. </a:t>
            </a:r>
            <a:endParaRPr/>
          </a:p>
          <a:p>
            <a:pPr indent="-274320" lvl="0" marL="274320" rtl="0" algn="l">
              <a:spcBef>
                <a:spcPts val="600"/>
              </a:spcBef>
              <a:spcAft>
                <a:spcPts val="0"/>
              </a:spcAft>
              <a:buSzPct val="70000"/>
              <a:buChar char="🞆"/>
            </a:pPr>
            <a:r>
              <a:rPr lang="en-US"/>
              <a:t>4. Results: A scientific work may include specific data that indicates the results of the project.</a:t>
            </a:r>
            <a:endParaRPr/>
          </a:p>
          <a:p>
            <a:pPr indent="-274320" lvl="0" marL="274320" rtl="0" algn="l">
              <a:spcBef>
                <a:spcPts val="600"/>
              </a:spcBef>
              <a:spcAft>
                <a:spcPts val="0"/>
              </a:spcAft>
              <a:buSzPct val="70000"/>
              <a:buChar char="🞆"/>
            </a:pPr>
            <a:r>
              <a:rPr lang="en-US"/>
              <a:t>5. Implications: How does this work add to the body of knowledge on the topic? Are there any practical or theoretical applications from your findings or implications for future research?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What to avoid</a:t>
            </a:r>
            <a:endParaRPr/>
          </a:p>
        </p:txBody>
      </p:sp>
      <p:sp>
        <p:nvSpPr>
          <p:cNvPr id="282" name="Google Shape;282;p4"/>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1260"/>
              <a:buChar char="🞆"/>
            </a:pPr>
            <a:r>
              <a:rPr lang="en-US" sz="1800"/>
              <a:t>1. Excessive Length: Avoid verbosity and excessive length in your abstract. </a:t>
            </a:r>
            <a:endParaRPr/>
          </a:p>
          <a:p>
            <a:pPr indent="-274320" lvl="0" marL="274320" rtl="0" algn="just">
              <a:spcBef>
                <a:spcPts val="600"/>
              </a:spcBef>
              <a:spcAft>
                <a:spcPts val="0"/>
              </a:spcAft>
              <a:buSzPts val="1260"/>
              <a:buChar char="🞆"/>
            </a:pPr>
            <a:r>
              <a:rPr lang="en-US" sz="1800"/>
              <a:t>2. Ambiguity and Vagueness: Clearly define your research objectives, methodology, and findings to avoid confusion.</a:t>
            </a:r>
            <a:endParaRPr/>
          </a:p>
          <a:p>
            <a:pPr indent="-274320" lvl="0" marL="274320" rtl="0" algn="just">
              <a:spcBef>
                <a:spcPts val="600"/>
              </a:spcBef>
              <a:spcAft>
                <a:spcPts val="0"/>
              </a:spcAft>
              <a:buSzPts val="1260"/>
              <a:buChar char="🞆"/>
            </a:pPr>
            <a:r>
              <a:rPr lang="en-US" sz="1800"/>
              <a:t>3. Inclusion of Unnecessary Details: Focus on presenting the core elements of your study, omitting extraneous details that detract from the main message.</a:t>
            </a:r>
            <a:endParaRPr/>
          </a:p>
          <a:p>
            <a:pPr indent="-274320" lvl="0" marL="274320" rtl="0" algn="just">
              <a:spcBef>
                <a:spcPts val="600"/>
              </a:spcBef>
              <a:spcAft>
                <a:spcPts val="0"/>
              </a:spcAft>
              <a:buSzPts val="1260"/>
              <a:buChar char="🞆"/>
            </a:pPr>
            <a:r>
              <a:rPr lang="en-US" sz="1800"/>
              <a:t>4. Overstating Findings: Present your results accurately and objectively, avoiding hyperbole or speculation. Misleading statements may erode the credibility of your research and undermine trust in your findings.</a:t>
            </a:r>
            <a:endParaRPr/>
          </a:p>
          <a:p>
            <a:pPr indent="-274320" lvl="0" marL="274320" rtl="0" algn="just">
              <a:spcBef>
                <a:spcPts val="600"/>
              </a:spcBef>
              <a:spcAft>
                <a:spcPts val="0"/>
              </a:spcAft>
              <a:buSzPts val="1260"/>
              <a:buChar char="🞆"/>
            </a:pPr>
            <a:r>
              <a:rPr lang="en-US" sz="1800"/>
              <a:t>5. Neglecting Proofreading: Neglecting to proofread your abstract can result in errors or inconsistencies that detract from its quality. Take the time to review your abstract carefully, checking for spelling mistakes, grammatical errors, and formatting issues.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
          <p:cNvSpPr txBox="1"/>
          <p:nvPr>
            <p:ph type="title"/>
          </p:nvPr>
        </p:nvSpPr>
        <p:spPr>
          <a:xfrm>
            <a:off x="304800" y="64167"/>
            <a:ext cx="7467600" cy="639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Example</a:t>
            </a:r>
            <a:endParaRPr/>
          </a:p>
        </p:txBody>
      </p:sp>
      <p:sp>
        <p:nvSpPr>
          <p:cNvPr id="288" name="Google Shape;288;p5"/>
          <p:cNvSpPr txBox="1"/>
          <p:nvPr>
            <p:ph idx="1" type="body"/>
          </p:nvPr>
        </p:nvSpPr>
        <p:spPr>
          <a:xfrm>
            <a:off x="457200" y="703929"/>
            <a:ext cx="7467600" cy="5849271"/>
          </a:xfrm>
          <a:prstGeom prst="rect">
            <a:avLst/>
          </a:prstGeom>
          <a:noFill/>
          <a:ln>
            <a:noFill/>
          </a:ln>
        </p:spPr>
        <p:txBody>
          <a:bodyPr anchorCtr="0" anchor="t" bIns="45700" lIns="91425" spcFirstLastPara="1" rIns="91425" wrap="square" tIns="45700">
            <a:noAutofit/>
          </a:bodyPr>
          <a:lstStyle/>
          <a:p>
            <a:pPr indent="-274320" lvl="0" marL="274320" rtl="0" algn="just">
              <a:spcBef>
                <a:spcPts val="0"/>
              </a:spcBef>
              <a:spcAft>
                <a:spcPts val="0"/>
              </a:spcAft>
              <a:buSzPts val="980"/>
              <a:buChar char="🞆"/>
            </a:pPr>
            <a:r>
              <a:rPr lang="en-US" sz="1400">
                <a:latin typeface="Times New Roman"/>
                <a:ea typeface="Times New Roman"/>
                <a:cs typeface="Times New Roman"/>
                <a:sym typeface="Times New Roman"/>
              </a:rPr>
              <a:t>Purpose – The factors that motivate generation-z individuals to use IoT for security purposes have yet to be explored. Therefore, the goal of this research is to close a research gap by verifying the protection motivation theory using gender as a moderator.</a:t>
            </a:r>
            <a:br>
              <a:rPr lang="en-US"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74320" lvl="0" marL="274320" rtl="0" algn="just">
              <a:spcBef>
                <a:spcPts val="600"/>
              </a:spcBef>
              <a:spcAft>
                <a:spcPts val="0"/>
              </a:spcAft>
              <a:buSzPts val="980"/>
              <a:buChar char="🞆"/>
            </a:pPr>
            <a:r>
              <a:rPr lang="en-US" sz="1400">
                <a:latin typeface="Times New Roman"/>
                <a:ea typeface="Times New Roman"/>
                <a:cs typeface="Times New Roman"/>
                <a:sym typeface="Times New Roman"/>
              </a:rPr>
              <a:t>Design/methodology/approach – We used a purposive sampling approach to collect data from Dhaka city in which 370 valid responses were selected. Additionally, the quantitative and cross-sectional survey employed a 7-point Likert scale. After that the evaluation approach included three phases: a measurement model, a structural model, and multi-group analysis. </a:t>
            </a:r>
            <a:br>
              <a:rPr lang="en-US"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74320" lvl="0" marL="274320" rtl="0" algn="just">
              <a:spcBef>
                <a:spcPts val="600"/>
              </a:spcBef>
              <a:spcAft>
                <a:spcPts val="0"/>
              </a:spcAft>
              <a:buSzPts val="980"/>
              <a:buChar char="🞆"/>
            </a:pPr>
            <a:r>
              <a:rPr lang="en-US" sz="1400">
                <a:latin typeface="Times New Roman"/>
                <a:ea typeface="Times New Roman"/>
                <a:cs typeface="Times New Roman"/>
                <a:sym typeface="Times New Roman"/>
              </a:rPr>
              <a:t>Findings –Vulnerability, self-efficacy, and response-efficacy were discovered to be critical predictors with a variance of 60.4%.  Besides, there was a significant disparity between men and women in two relationships, response efficacy and response cost.</a:t>
            </a:r>
            <a:br>
              <a:rPr lang="en-US" sz="1400">
                <a:latin typeface="Times New Roman"/>
                <a:ea typeface="Times New Roman"/>
                <a:cs typeface="Times New Roman"/>
                <a:sym typeface="Times New Roman"/>
              </a:rPr>
            </a:br>
            <a:endParaRPr sz="1400">
              <a:latin typeface="Times New Roman"/>
              <a:ea typeface="Times New Roman"/>
              <a:cs typeface="Times New Roman"/>
              <a:sym typeface="Times New Roman"/>
            </a:endParaRPr>
          </a:p>
          <a:p>
            <a:pPr indent="-274320" lvl="0" marL="274320" rtl="0" algn="just">
              <a:spcBef>
                <a:spcPts val="600"/>
              </a:spcBef>
              <a:spcAft>
                <a:spcPts val="0"/>
              </a:spcAft>
              <a:buSzPts val="980"/>
              <a:buChar char="🞆"/>
            </a:pPr>
            <a:r>
              <a:rPr lang="en-US" sz="1400">
                <a:latin typeface="Times New Roman"/>
                <a:ea typeface="Times New Roman"/>
                <a:cs typeface="Times New Roman"/>
                <a:sym typeface="Times New Roman"/>
              </a:rPr>
              <a:t>Practical implications – This research expands our understanding of Gen-Z consumers' behavioral intentions to take measures against household threats, allowing preventative programs to be improved. Besides, in the case of applying coping strategies, a practical difference between males and females has been found that must be bridged through aware campaigns.</a:t>
            </a:r>
            <a:endParaRPr/>
          </a:p>
          <a:p>
            <a:pPr indent="-274320" lvl="0" marL="274320" rtl="0" algn="just">
              <a:spcBef>
                <a:spcPts val="600"/>
              </a:spcBef>
              <a:spcAft>
                <a:spcPts val="0"/>
              </a:spcAft>
              <a:buSzPts val="980"/>
              <a:buChar char="🞆"/>
            </a:pPr>
            <a:r>
              <a:rPr lang="en-US" sz="1400">
                <a:latin typeface="Times New Roman"/>
                <a:ea typeface="Times New Roman"/>
                <a:cs typeface="Times New Roman"/>
                <a:sym typeface="Times New Roman"/>
              </a:rPr>
              <a:t>Originality/value –This study has made a unique contribution to the information system literature. First, the role of PMT factors in addressing security concerns in homes utilizing IoT devices has been assessed. Second, coping evaluation process has a greater impact on users' intentions than the threat appraisal process. However, Males and females use slightly different approaches to defending themselves against the threat.</a:t>
            </a:r>
            <a:endParaRPr/>
          </a:p>
          <a:p>
            <a:pPr indent="-212090" lvl="0" marL="274320" rtl="0" algn="just">
              <a:spcBef>
                <a:spcPts val="600"/>
              </a:spcBef>
              <a:spcAft>
                <a:spcPts val="0"/>
              </a:spcAft>
              <a:buSzPts val="980"/>
              <a:buNone/>
            </a:pPr>
            <a:r>
              <a:t/>
            </a:r>
            <a:endParaRPr sz="1400">
              <a:latin typeface="Times New Roman"/>
              <a:ea typeface="Times New Roman"/>
              <a:cs typeface="Times New Roman"/>
              <a:sym typeface="Times New Roman"/>
            </a:endParaRPr>
          </a:p>
          <a:p>
            <a:pPr indent="-274320" lvl="0" marL="274320" rtl="0" algn="just">
              <a:spcBef>
                <a:spcPts val="600"/>
              </a:spcBef>
              <a:spcAft>
                <a:spcPts val="0"/>
              </a:spcAft>
              <a:buSzPts val="980"/>
              <a:buChar char="🞆"/>
            </a:pPr>
            <a:r>
              <a:rPr lang="en-US" sz="1400">
                <a:latin typeface="Times New Roman"/>
                <a:ea typeface="Times New Roman"/>
                <a:cs typeface="Times New Roman"/>
                <a:sym typeface="Times New Roman"/>
              </a:rPr>
              <a:t>Keywords: Burglary, IoT, moderator, PMT, generation-z</a:t>
            </a:r>
            <a:endParaRPr/>
          </a:p>
          <a:p>
            <a:pPr indent="-212090" lvl="0" marL="274320" rtl="0" algn="l">
              <a:spcBef>
                <a:spcPts val="600"/>
              </a:spcBef>
              <a:spcAft>
                <a:spcPts val="0"/>
              </a:spcAft>
              <a:buSzPts val="980"/>
              <a:buNone/>
            </a:pPr>
            <a:r>
              <a:t/>
            </a:r>
            <a:endParaRPr sz="1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6"/>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Writing Tips</a:t>
            </a:r>
            <a:endParaRPr/>
          </a:p>
        </p:txBody>
      </p:sp>
      <p:sp>
        <p:nvSpPr>
          <p:cNvPr id="294" name="Google Shape;294;p6"/>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lnSpcReduction="10000"/>
          </a:bodyPr>
          <a:lstStyle/>
          <a:p>
            <a:pPr indent="-274320" lvl="0" marL="274320" rtl="0" algn="just">
              <a:spcBef>
                <a:spcPts val="0"/>
              </a:spcBef>
              <a:spcAft>
                <a:spcPts val="0"/>
              </a:spcAft>
              <a:buSzPts val="1680"/>
              <a:buChar char="🞆"/>
            </a:pPr>
            <a:r>
              <a:rPr lang="en-US"/>
              <a:t>Make sure the abstract is written clearly and concisely.</a:t>
            </a:r>
            <a:endParaRPr/>
          </a:p>
          <a:p>
            <a:pPr indent="-274320" lvl="0" marL="274320" rtl="0" algn="just">
              <a:spcBef>
                <a:spcPts val="600"/>
              </a:spcBef>
              <a:spcAft>
                <a:spcPts val="0"/>
              </a:spcAft>
              <a:buSzPts val="1680"/>
              <a:buChar char="🞆"/>
            </a:pPr>
            <a:r>
              <a:rPr lang="en-US"/>
              <a:t>In the abstract, only describe your research’s original contributions.</a:t>
            </a:r>
            <a:endParaRPr/>
          </a:p>
          <a:p>
            <a:pPr indent="-274320" lvl="0" marL="274320" rtl="0" algn="just">
              <a:spcBef>
                <a:spcPts val="600"/>
              </a:spcBef>
              <a:spcAft>
                <a:spcPts val="0"/>
              </a:spcAft>
              <a:buSzPts val="1680"/>
              <a:buChar char="🞆"/>
            </a:pPr>
            <a:r>
              <a:rPr lang="en-US"/>
              <a:t>Don’t talk about other people’s work.</a:t>
            </a:r>
            <a:endParaRPr/>
          </a:p>
          <a:p>
            <a:pPr indent="-274320" lvl="0" marL="274320" rtl="0" algn="just">
              <a:spcBef>
                <a:spcPts val="600"/>
              </a:spcBef>
              <a:spcAft>
                <a:spcPts val="0"/>
              </a:spcAft>
              <a:buSzPts val="1680"/>
              <a:buChar char="🞆"/>
            </a:pPr>
            <a:r>
              <a:rPr lang="en-US"/>
              <a:t>It is not necessary to include citations in an abstract.</a:t>
            </a:r>
            <a:endParaRPr/>
          </a:p>
          <a:p>
            <a:pPr indent="-274320" lvl="0" marL="274320" rtl="0" algn="just">
              <a:spcBef>
                <a:spcPts val="600"/>
              </a:spcBef>
              <a:spcAft>
                <a:spcPts val="0"/>
              </a:spcAft>
              <a:buSzPts val="1680"/>
              <a:buChar char="🞆"/>
            </a:pPr>
            <a:r>
              <a:rPr lang="en-US"/>
              <a:t>Maintain the word count.</a:t>
            </a:r>
            <a:endParaRPr/>
          </a:p>
          <a:p>
            <a:pPr indent="-274320" lvl="0" marL="274320" rtl="0" algn="just">
              <a:spcBef>
                <a:spcPts val="600"/>
              </a:spcBef>
              <a:spcAft>
                <a:spcPts val="0"/>
              </a:spcAft>
              <a:buSzPts val="1680"/>
              <a:buChar char="🞆"/>
            </a:pPr>
            <a:r>
              <a:rPr lang="en-US"/>
              <a:t>Add the keyword list at the bottom of the abstract.</a:t>
            </a:r>
            <a:endParaRPr/>
          </a:p>
          <a:p>
            <a:pPr indent="-274320" lvl="0" marL="274320" rtl="0" algn="just">
              <a:spcBef>
                <a:spcPts val="600"/>
              </a:spcBef>
              <a:spcAft>
                <a:spcPts val="0"/>
              </a:spcAft>
              <a:buSzPts val="1680"/>
              <a:buChar char="🞆"/>
            </a:pPr>
            <a:r>
              <a:rPr lang="en-US"/>
              <a:t>Completely revise the abstract after writing it and correct if there are any errors.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7"/>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Further Resources</a:t>
            </a:r>
            <a:br>
              <a:rPr lang="en-US"/>
            </a:br>
            <a:endParaRPr/>
          </a:p>
        </p:txBody>
      </p:sp>
      <p:sp>
        <p:nvSpPr>
          <p:cNvPr id="300" name="Google Shape;300;p7"/>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680"/>
              <a:buChar char="🞆"/>
            </a:pPr>
            <a:r>
              <a:rPr lang="en-US"/>
              <a:t>http://darwin.bio.uci.edu/~sustain/Abstract.html</a:t>
            </a:r>
            <a:endParaRPr/>
          </a:p>
          <a:p>
            <a:pPr indent="-274320" lvl="0" marL="274320" rtl="0" algn="l">
              <a:spcBef>
                <a:spcPts val="600"/>
              </a:spcBef>
              <a:spcAft>
                <a:spcPts val="0"/>
              </a:spcAft>
              <a:buSzPts val="1680"/>
              <a:buChar char="🞆"/>
            </a:pPr>
            <a:r>
              <a:rPr lang="en-US"/>
              <a:t>http://www.cognitrix.com/pages/tips-hints/abstracts.pdf</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8"/>
          <p:cNvSpPr txBox="1"/>
          <p:nvPr>
            <p:ph type="title"/>
          </p:nvPr>
        </p:nvSpPr>
        <p:spPr>
          <a:xfrm>
            <a:off x="457200" y="274638"/>
            <a:ext cx="7467600" cy="11430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000"/>
              <a:buFont typeface="Century Schoolbook"/>
              <a:buNone/>
            </a:pPr>
            <a:r>
              <a:rPr lang="en-US"/>
              <a:t>The End</a:t>
            </a:r>
            <a:endParaRPr/>
          </a:p>
        </p:txBody>
      </p:sp>
      <p:sp>
        <p:nvSpPr>
          <p:cNvPr id="306" name="Google Shape;306;p8"/>
          <p:cNvSpPr txBox="1"/>
          <p:nvPr>
            <p:ph idx="1" type="body"/>
          </p:nvPr>
        </p:nvSpPr>
        <p:spPr>
          <a:xfrm>
            <a:off x="457200" y="1600200"/>
            <a:ext cx="7467600" cy="487375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4200"/>
              <a:buNone/>
            </a:pPr>
            <a:r>
              <a:rPr b="1" lang="en-US" sz="6000"/>
              <a:t>Thank You</a:t>
            </a:r>
            <a:endParaRPr/>
          </a:p>
          <a:p>
            <a:pPr indent="-167640" lvl="0" marL="274320" rtl="0" algn="l">
              <a:spcBef>
                <a:spcPts val="600"/>
              </a:spcBef>
              <a:spcAft>
                <a:spcPts val="0"/>
              </a:spcAft>
              <a:buSzPts val="1680"/>
              <a:buNone/>
            </a:pPr>
            <a:r>
              <a:t/>
            </a:r>
            <a:endParaRPr/>
          </a:p>
          <a:p>
            <a:pPr indent="-167640" lvl="0" marL="274320" rtl="0" algn="l">
              <a:spcBef>
                <a:spcPts val="600"/>
              </a:spcBef>
              <a:spcAft>
                <a:spcPts val="0"/>
              </a:spcAft>
              <a:buSzPts val="1680"/>
              <a:buNone/>
            </a:pPr>
            <a:r>
              <a:t/>
            </a:r>
            <a:endParaRPr/>
          </a:p>
        </p:txBody>
      </p:sp>
      <p:pic>
        <p:nvPicPr>
          <p:cNvPr id="307" name="Google Shape;307;p8"/>
          <p:cNvPicPr preferRelativeResize="0"/>
          <p:nvPr/>
        </p:nvPicPr>
        <p:blipFill rotWithShape="1">
          <a:blip r:embed="rId3">
            <a:alphaModFix/>
          </a:blip>
          <a:srcRect b="0" l="0" r="0" t="0"/>
          <a:stretch/>
        </p:blipFill>
        <p:spPr>
          <a:xfrm>
            <a:off x="2743200" y="2743200"/>
            <a:ext cx="3810000" cy="3876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riel">
  <a:themeElements>
    <a:clrScheme name="Oriel">
      <a:dk1>
        <a:srgbClr val="000000"/>
      </a:dk1>
      <a:lt1>
        <a:srgbClr val="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Arif Mahmud</dc:creator>
</cp:coreProperties>
</file>