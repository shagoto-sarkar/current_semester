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zuUmrOjrJ2WMBiUOayYPaTMxm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GillSans-bold.fntdata"/><Relationship Id="rId10" Type="http://schemas.openxmlformats.org/officeDocument/2006/relationships/slide" Target="slides/slide6.xml"/><Relationship Id="rId32" Type="http://schemas.openxmlformats.org/officeDocument/2006/relationships/font" Target="fonts/Gil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1d609b0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c1d609b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c1d609b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cc1d609b0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c1d609b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c1d609b0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c1d609b0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c1d609b0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5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7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0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2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32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3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3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5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24.jp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Relationship Id="rId4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Relationship Id="rId4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Relationship Id="rId4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Relationship Id="rId4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jpg"/><Relationship Id="rId4" Type="http://schemas.openxmlformats.org/officeDocument/2006/relationships/image" Target="../media/image27.jpg"/><Relationship Id="rId5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581200" y="1314125"/>
            <a:ext cx="109935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CSE411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2D-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Viewing and Clipping</a:t>
            </a:r>
            <a:br>
              <a:rPr b="1"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Cohen Sutherland Line Clipping Algorithm</a:t>
            </a:r>
            <a:endParaRPr b="1"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260608" y="4638144"/>
            <a:ext cx="4423313" cy="14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Mahimul Islam Nadim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1d609b0e_0_1"/>
          <p:cNvSpPr txBox="1"/>
          <p:nvPr>
            <p:ph type="title"/>
          </p:nvPr>
        </p:nvSpPr>
        <p:spPr>
          <a:xfrm>
            <a:off x="581242" y="292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2D- Viewing and Clipping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Viewing and Clipping</a:t>
            </a:r>
            <a:endParaRPr b="1"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581250" y="1851750"/>
            <a:ext cx="110295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World coordinate system represents the entire virtual space in a computer graphics application. This space could be a game world, a city layout, or any other virtual environment.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792" lvl="0" marL="3060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◼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− We do not always want to display the entire world at once. Instead, we select a portion of the world for display, which is called the window.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060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window defines what part of the world will be visible on the screen.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499" y="3927650"/>
            <a:ext cx="3621225" cy="29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1d609b0e_0_1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Viewing and Clipping</a:t>
            </a:r>
            <a:endParaRPr b="1"/>
          </a:p>
        </p:txBody>
      </p:sp>
      <p:sp>
        <p:nvSpPr>
          <p:cNvPr id="115" name="Google Shape;115;g3cc1d609b0e_0_17"/>
          <p:cNvSpPr txBox="1"/>
          <p:nvPr>
            <p:ph idx="1" type="body"/>
          </p:nvPr>
        </p:nvSpPr>
        <p:spPr>
          <a:xfrm>
            <a:off x="581250" y="1851750"/>
            <a:ext cx="110295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6950" lvl="0" marL="3060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1908"/>
              <a:buFont typeface="Calibri"/>
              <a:buChar char="◼"/>
            </a:pPr>
            <a:r>
              <a:rPr b="1" lang="en-US" sz="2100">
                <a:latin typeface="Calibri"/>
                <a:ea typeface="Calibri"/>
                <a:cs typeface="Calibri"/>
                <a:sym typeface="Calibri"/>
              </a:rPr>
              <a:t>Viewport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 − Once the window is selected, we need to display it on the screen.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060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The area on the screen where this window is displayed is called the viewport. The viewport is the part of the display device (like our monitor or a TV) where the selected window is shown.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g3cc1d609b0e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500" y="3394300"/>
            <a:ext cx="4090550" cy="33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cc1d609b0e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320" y="3435450"/>
            <a:ext cx="3988829" cy="32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c1d609b0e_0_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LINE CLIPPING:</a:t>
            </a:r>
            <a:br>
              <a:rPr b="1" lang="en-US"/>
            </a:br>
            <a:endParaRPr b="1"/>
          </a:p>
        </p:txBody>
      </p:sp>
      <p:sp>
        <p:nvSpPr>
          <p:cNvPr id="123" name="Google Shape;123;g3cc1d609b0e_0_7"/>
          <p:cNvSpPr txBox="1"/>
          <p:nvPr>
            <p:ph idx="1" type="body"/>
          </p:nvPr>
        </p:nvSpPr>
        <p:spPr>
          <a:xfrm>
            <a:off x="581193" y="1825656"/>
            <a:ext cx="110295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lang="en-US" sz="2400"/>
              <a:t>The line clipping is a process in which we can cut the part of the line, which lies outside the view window. </a:t>
            </a:r>
            <a:endParaRPr/>
          </a:p>
          <a:p>
            <a:pPr indent="-306000" lvl="0" marL="306000" rtl="0" algn="l"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2400"/>
              <a:t>Only those lines are visible, which lie inside the view window.   </a:t>
            </a:r>
            <a:endParaRPr/>
          </a:p>
        </p:txBody>
      </p:sp>
      <p:pic>
        <p:nvPicPr>
          <p:cNvPr id="124" name="Google Shape;124;g3cc1d609b0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506" y="4147390"/>
            <a:ext cx="3113623" cy="17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cc1d609b0e_0_7"/>
          <p:cNvPicPr preferRelativeResize="0"/>
          <p:nvPr/>
        </p:nvPicPr>
        <p:blipFill rotWithShape="1">
          <a:blip r:embed="rId3">
            <a:alphaModFix/>
          </a:blip>
          <a:srcRect b="-10742" l="0" r="18407" t="0"/>
          <a:stretch/>
        </p:blipFill>
        <p:spPr>
          <a:xfrm>
            <a:off x="6199756" y="4147389"/>
            <a:ext cx="2540484" cy="1980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LINE CLIPPING ALGORITHMS:</a:t>
            </a:r>
            <a:br>
              <a:rPr lang="en-US"/>
            </a:br>
            <a:endParaRPr/>
          </a:p>
        </p:txBody>
      </p:sp>
      <p:sp>
        <p:nvSpPr>
          <p:cNvPr id="131" name="Google Shape;131;p3"/>
          <p:cNvSpPr txBox="1"/>
          <p:nvPr>
            <p:ph idx="1" type="body"/>
          </p:nvPr>
        </p:nvSpPr>
        <p:spPr>
          <a:xfrm>
            <a:off x="581192" y="1839303"/>
            <a:ext cx="11029615" cy="226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/>
              <a:t>Line clipping performed by using the line clipping algorithms. The line clipping algorithms are: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None/>
            </a:pPr>
            <a:r>
              <a:t/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Char char="⮚"/>
            </a:pPr>
            <a:r>
              <a:rPr lang="en-US"/>
              <a:t>    Cohen Sutherland Line Clipping Algorithm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Char char="⮚"/>
            </a:pPr>
            <a:r>
              <a:rPr lang="en-US"/>
              <a:t>    Midpoint Subdivision Line Clipping Algorithm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Char char="⮚"/>
            </a:pPr>
            <a:r>
              <a:rPr lang="en-US"/>
              <a:t>    Liang-Barsky Line Clipping Algorithm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c1d609b0e_0_25"/>
          <p:cNvSpPr txBox="1"/>
          <p:nvPr>
            <p:ph type="title"/>
          </p:nvPr>
        </p:nvSpPr>
        <p:spPr>
          <a:xfrm>
            <a:off x="581242" y="292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Cohen Sutherland Line Clipping Algorithm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COHEN SUTHERLAND LINE CLIPPING ALGORITHM:</a:t>
            </a:r>
            <a:br>
              <a:rPr lang="en-US"/>
            </a:br>
            <a:endParaRPr/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581192" y="1883614"/>
            <a:ext cx="11029615" cy="2759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This algorithm was named by </a:t>
            </a:r>
            <a:r>
              <a:rPr b="1" lang="en-US"/>
              <a:t>“Danny Cohen”</a:t>
            </a:r>
            <a:r>
              <a:rPr lang="en-US"/>
              <a:t> and </a:t>
            </a:r>
            <a:r>
              <a:rPr b="1" lang="en-US"/>
              <a:t>“Ivan Sutherland.”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In the algorithm, first of all, it is detected whether line lies inside the screen or it is outside the screen.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All lines come under any one of the following categories (Types of Lines) :</a:t>
            </a:r>
            <a:endParaRPr/>
          </a:p>
          <a:p>
            <a:pPr indent="-342900" lvl="1" marL="66690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arabicPeriod"/>
            </a:pPr>
            <a:r>
              <a:rPr lang="en-US"/>
              <a:t>Visible</a:t>
            </a:r>
            <a:endParaRPr/>
          </a:p>
          <a:p>
            <a:pPr indent="-342900" lvl="1" marL="66690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arabicPeriod"/>
            </a:pPr>
            <a:r>
              <a:rPr lang="en-US"/>
              <a:t>Not Visible</a:t>
            </a:r>
            <a:endParaRPr/>
          </a:p>
          <a:p>
            <a:pPr indent="-342900" lvl="1" marL="66690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arabicPeriod"/>
            </a:pPr>
            <a:r>
              <a:rPr lang="en-US"/>
              <a:t>Clipping Case</a:t>
            </a:r>
            <a:endParaRPr/>
          </a:p>
          <a:p>
            <a:pPr indent="-237744" lvl="0" marL="342900" rtl="0" algn="l">
              <a:spcBef>
                <a:spcPts val="960"/>
              </a:spcBef>
              <a:spcAft>
                <a:spcPts val="0"/>
              </a:spcAft>
              <a:buSzPts val="1656"/>
              <a:buFont typeface="Gill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VISIBLE LINE: </a:t>
            </a:r>
            <a:br>
              <a:rPr lang="en-US"/>
            </a:br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581192" y="1851716"/>
            <a:ext cx="83134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06000" lvl="0" marL="30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line lying inside the view pane, is a visible line.</a:t>
            </a:r>
            <a:endParaRPr/>
          </a:p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lang="en-US"/>
              <a:t>Both endpoints of the line lies within the window.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3305656"/>
            <a:ext cx="35052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NOT  VISIBLE LINE:</a:t>
            </a:r>
            <a:br>
              <a:rPr lang="en-US"/>
            </a:br>
            <a:endParaRPr/>
          </a:p>
        </p:txBody>
      </p:sp>
      <p:sp>
        <p:nvSpPr>
          <p:cNvPr id="155" name="Google Shape;155;p6"/>
          <p:cNvSpPr txBox="1"/>
          <p:nvPr>
            <p:ph idx="1" type="body"/>
          </p:nvPr>
        </p:nvSpPr>
        <p:spPr>
          <a:xfrm>
            <a:off x="581192" y="1836112"/>
            <a:ext cx="11029615" cy="71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The line lying outside the view pane, is an invisible or not visible line.</a:t>
            </a:r>
            <a:endParaRPr/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399" y="3432525"/>
            <a:ext cx="4267200" cy="30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Clipping Candidate:</a:t>
            </a:r>
            <a:br>
              <a:rPr lang="en-US"/>
            </a:br>
            <a:endParaRPr/>
          </a:p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581192" y="1836113"/>
            <a:ext cx="11029615" cy="84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 line that lies inside or outside the window is called clipped line/Clipping Candidate.”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 point where the line cut the view pane is known as the Intersection point of the line</a:t>
            </a:r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894" r="0" t="0"/>
          <a:stretch/>
        </p:blipFill>
        <p:spPr>
          <a:xfrm>
            <a:off x="4301605" y="2992580"/>
            <a:ext cx="3795647" cy="357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CLIPPED LINE:</a:t>
            </a:r>
            <a:br>
              <a:rPr lang="en-US"/>
            </a:b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  </a:t>
            </a:r>
            <a:endParaRPr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92" y="2686974"/>
            <a:ext cx="507682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8017" y="2686974"/>
            <a:ext cx="515302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CLIPPED LINE:</a:t>
            </a:r>
            <a:br>
              <a:rPr lang="en-US"/>
            </a:br>
            <a:endParaRPr/>
          </a:p>
        </p:txBody>
      </p:sp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581191" y="1852257"/>
            <a:ext cx="11029615" cy="351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 </a:t>
            </a:r>
            <a:endParaRPr/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499" y="2180496"/>
            <a:ext cx="72390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581191" y="645950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CLIPPED LINE:</a:t>
            </a:r>
            <a:br>
              <a:rPr lang="en-US"/>
            </a:br>
            <a:endParaRPr/>
          </a:p>
        </p:txBody>
      </p:sp>
      <p:sp>
        <p:nvSpPr>
          <p:cNvPr id="184" name="Google Shape;184;p10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/>
              <a:t>.    </a:t>
            </a:r>
            <a:endParaRPr/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221" y="1852863"/>
            <a:ext cx="7472955" cy="4908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CASES:</a:t>
            </a:r>
            <a:br>
              <a:rPr lang="en-US"/>
            </a:br>
            <a:endParaRPr/>
          </a:p>
        </p:txBody>
      </p:sp>
      <p:pic>
        <p:nvPicPr>
          <p:cNvPr id="191" name="Google Shape;19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2686" l="80" r="9906" t="258"/>
          <a:stretch/>
        </p:blipFill>
        <p:spPr>
          <a:xfrm>
            <a:off x="5042416" y="2356338"/>
            <a:ext cx="6072553" cy="3504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13754" r="40776" t="82564"/>
          <a:stretch/>
        </p:blipFill>
        <p:spPr>
          <a:xfrm>
            <a:off x="5042416" y="2579077"/>
            <a:ext cx="3660587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11" y="2579077"/>
            <a:ext cx="3950677" cy="270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PROBLEM- 1:</a:t>
            </a:r>
            <a:br>
              <a:rPr lang="en-US"/>
            </a:br>
            <a:endParaRPr/>
          </a:p>
        </p:txBody>
      </p:sp>
      <p:sp>
        <p:nvSpPr>
          <p:cNvPr id="199" name="Google Shape;199;p12"/>
          <p:cNvSpPr txBox="1"/>
          <p:nvPr>
            <p:ph idx="1" type="body"/>
          </p:nvPr>
        </p:nvSpPr>
        <p:spPr>
          <a:xfrm>
            <a:off x="581192" y="1831580"/>
            <a:ext cx="11029615" cy="827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P-1:  Perform Cohen Sutherland algorithm and show necessary calculation to find the categories of the lines: </a:t>
            </a:r>
            <a:endParaRPr/>
          </a:p>
        </p:txBody>
      </p:sp>
      <p:pic>
        <p:nvPicPr>
          <p:cNvPr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500" y="2658979"/>
            <a:ext cx="3834997" cy="261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581192" y="1815215"/>
            <a:ext cx="11029615" cy="687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P-1:  Perform Cohen Sutherland algorithm and show necessary calculation to find the categories of the lines: </a:t>
            </a:r>
            <a:endParaRPr/>
          </a:p>
          <a:p>
            <a:pPr indent="-306000" lvl="0" marL="306000" rtl="0" algn="l">
              <a:spcBef>
                <a:spcPts val="933"/>
              </a:spcBef>
              <a:spcAft>
                <a:spcPts val="0"/>
              </a:spcAft>
              <a:buSzPct val="91999"/>
              <a:buChar char="◼"/>
            </a:pPr>
            <a:r>
              <a:rPr b="1" lang="en-US" u="sng"/>
              <a:t>Solution:</a:t>
            </a:r>
            <a:endParaRPr/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293" y="2279983"/>
            <a:ext cx="43338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2968" y="2523622"/>
            <a:ext cx="2576011" cy="1913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2293" y="4680283"/>
            <a:ext cx="21336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1631" y="4680283"/>
            <a:ext cx="2704674" cy="2158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 rotWithShape="1">
          <a:blip r:embed="rId7">
            <a:alphaModFix/>
          </a:blip>
          <a:srcRect b="4420" l="0" r="0" t="0"/>
          <a:stretch/>
        </p:blipFill>
        <p:spPr>
          <a:xfrm>
            <a:off x="7862492" y="4680282"/>
            <a:ext cx="2713266" cy="2158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PROBLEM- 2</a:t>
            </a:r>
            <a:br>
              <a:rPr lang="en-US"/>
            </a:br>
            <a:endParaRPr/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581192" y="1863974"/>
            <a:ext cx="11029615" cy="679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P- 2:  Perform Cohen Sutherland algorithm and show necessary calculation to clip the line- P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find the coordinate values after clipping. (X max= 16, X min= 4, Y max= 20, Y min= 2)</a:t>
            </a:r>
            <a:endParaRPr/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6625" y="2750542"/>
            <a:ext cx="4478747" cy="3001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24" name="Google Shape;224;p15"/>
          <p:cNvSpPr txBox="1"/>
          <p:nvPr>
            <p:ph idx="1" type="body"/>
          </p:nvPr>
        </p:nvSpPr>
        <p:spPr>
          <a:xfrm>
            <a:off x="581192" y="1715956"/>
            <a:ext cx="11029615" cy="914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b="1" lang="en-US" u="sng"/>
              <a:t>Solution: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225" name="Google Shape;225;p15"/>
          <p:cNvPicPr preferRelativeResize="0"/>
          <p:nvPr/>
        </p:nvPicPr>
        <p:blipFill rotWithShape="1">
          <a:blip r:embed="rId3">
            <a:alphaModFix/>
          </a:blip>
          <a:srcRect b="8388" l="0" r="0" t="7607"/>
          <a:stretch/>
        </p:blipFill>
        <p:spPr>
          <a:xfrm>
            <a:off x="2094515" y="2630352"/>
            <a:ext cx="3812871" cy="29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 rotWithShape="1">
          <a:blip r:embed="rId4">
            <a:alphaModFix/>
          </a:blip>
          <a:srcRect b="10085" l="33913" r="0" t="5983"/>
          <a:stretch/>
        </p:blipFill>
        <p:spPr>
          <a:xfrm>
            <a:off x="7202706" y="2630351"/>
            <a:ext cx="3112780" cy="2976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2" name="Google Shape;232;p16"/>
          <p:cNvSpPr txBox="1"/>
          <p:nvPr>
            <p:ph idx="1" type="body"/>
          </p:nvPr>
        </p:nvSpPr>
        <p:spPr>
          <a:xfrm>
            <a:off x="581193" y="1875691"/>
            <a:ext cx="11029615" cy="419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b="1" lang="en-US" u="sng"/>
              <a:t>Solution:</a:t>
            </a:r>
            <a:r>
              <a:rPr lang="en-US"/>
              <a:t> </a:t>
            </a:r>
            <a:endParaRPr/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9230" t="47596"/>
          <a:stretch/>
        </p:blipFill>
        <p:spPr>
          <a:xfrm>
            <a:off x="4752337" y="3100752"/>
            <a:ext cx="6501946" cy="2753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6"/>
          <p:cNvPicPr preferRelativeResize="0"/>
          <p:nvPr/>
        </p:nvPicPr>
        <p:blipFill rotWithShape="1">
          <a:blip r:embed="rId4">
            <a:alphaModFix/>
          </a:blip>
          <a:srcRect b="10085" l="33913" r="0" t="5983"/>
          <a:stretch/>
        </p:blipFill>
        <p:spPr>
          <a:xfrm>
            <a:off x="1101968" y="3100752"/>
            <a:ext cx="2708160" cy="275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581192" y="1852250"/>
            <a:ext cx="11029615" cy="679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b="1" lang="en-US" u="sng"/>
              <a:t>Solution: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241" name="Google Shape;241;p17"/>
          <p:cNvPicPr preferRelativeResize="0"/>
          <p:nvPr/>
        </p:nvPicPr>
        <p:blipFill rotWithShape="1">
          <a:blip r:embed="rId3">
            <a:alphaModFix/>
          </a:blip>
          <a:srcRect b="21880" l="0" r="3678" t="1"/>
          <a:stretch/>
        </p:blipFill>
        <p:spPr>
          <a:xfrm>
            <a:off x="4443046" y="2668479"/>
            <a:ext cx="5461728" cy="327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/>
          <p:cNvPicPr preferRelativeResize="0"/>
          <p:nvPr/>
        </p:nvPicPr>
        <p:blipFill rotWithShape="1">
          <a:blip r:embed="rId4">
            <a:alphaModFix/>
          </a:blip>
          <a:srcRect b="10085" l="33913" r="0" t="5983"/>
          <a:stretch/>
        </p:blipFill>
        <p:spPr>
          <a:xfrm>
            <a:off x="844062" y="2668479"/>
            <a:ext cx="2708160" cy="275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48" name="Google Shape;248;p18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 </a:t>
            </a:r>
            <a:endParaRPr/>
          </a:p>
        </p:txBody>
      </p:sp>
      <p:pic>
        <p:nvPicPr>
          <p:cNvPr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108" y="3162069"/>
            <a:ext cx="6518031" cy="270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/>
          <p:cNvPicPr preferRelativeResize="0"/>
          <p:nvPr/>
        </p:nvPicPr>
        <p:blipFill rotWithShape="1">
          <a:blip r:embed="rId4">
            <a:alphaModFix/>
          </a:blip>
          <a:srcRect b="10085" l="33913" r="0" t="5983"/>
          <a:stretch/>
        </p:blipFill>
        <p:spPr>
          <a:xfrm>
            <a:off x="1052532" y="3104822"/>
            <a:ext cx="2708160" cy="275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56" name="Google Shape;25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920" y="2009723"/>
            <a:ext cx="5540639" cy="4272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 rotWithShape="1">
          <a:blip r:embed="rId4">
            <a:alphaModFix/>
          </a:blip>
          <a:srcRect b="21880" l="0" r="3678" t="1"/>
          <a:stretch/>
        </p:blipFill>
        <p:spPr>
          <a:xfrm>
            <a:off x="581192" y="2510760"/>
            <a:ext cx="5461728" cy="327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63" name="Google Shape;26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8893" l="0" r="-785" t="0"/>
          <a:stretch/>
        </p:blipFill>
        <p:spPr>
          <a:xfrm>
            <a:off x="6318739" y="1901559"/>
            <a:ext cx="4166565" cy="4933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/>
          <p:cNvPicPr preferRelativeResize="0"/>
          <p:nvPr/>
        </p:nvPicPr>
        <p:blipFill rotWithShape="1">
          <a:blip r:embed="rId4">
            <a:alphaModFix/>
          </a:blip>
          <a:srcRect b="21880" l="0" r="3678" t="1"/>
          <a:stretch/>
        </p:blipFill>
        <p:spPr>
          <a:xfrm>
            <a:off x="857011" y="2733151"/>
            <a:ext cx="5461728" cy="327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P-2</a:t>
            </a:r>
            <a:br>
              <a:rPr lang="en-US"/>
            </a:br>
            <a:endParaRPr/>
          </a:p>
        </p:txBody>
      </p:sp>
      <p:sp>
        <p:nvSpPr>
          <p:cNvPr id="270" name="Google Shape;270;p21"/>
          <p:cNvSpPr txBox="1"/>
          <p:nvPr>
            <p:ph idx="1" type="body"/>
          </p:nvPr>
        </p:nvSpPr>
        <p:spPr>
          <a:xfrm>
            <a:off x="581192" y="1951901"/>
            <a:ext cx="11029615" cy="316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ct val="91999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271" name="Google Shape;271;p21"/>
          <p:cNvPicPr preferRelativeResize="0"/>
          <p:nvPr/>
        </p:nvPicPr>
        <p:blipFill rotWithShape="1">
          <a:blip r:embed="rId3">
            <a:alphaModFix/>
          </a:blip>
          <a:srcRect b="56752" l="0" r="0" t="0"/>
          <a:stretch/>
        </p:blipFill>
        <p:spPr>
          <a:xfrm>
            <a:off x="2615078" y="2354145"/>
            <a:ext cx="6961842" cy="406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P-2</a:t>
            </a:r>
            <a:br>
              <a:rPr lang="en-US"/>
            </a:br>
            <a:endParaRPr/>
          </a:p>
        </p:txBody>
      </p:sp>
      <p:sp>
        <p:nvSpPr>
          <p:cNvPr id="277" name="Google Shape;277;p22"/>
          <p:cNvSpPr txBox="1"/>
          <p:nvPr>
            <p:ph idx="1" type="body"/>
          </p:nvPr>
        </p:nvSpPr>
        <p:spPr>
          <a:xfrm>
            <a:off x="452238" y="1842171"/>
            <a:ext cx="11029615" cy="539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 </a:t>
            </a:r>
            <a:endParaRPr/>
          </a:p>
        </p:txBody>
      </p:sp>
      <p:pic>
        <p:nvPicPr>
          <p:cNvPr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92" y="1842171"/>
            <a:ext cx="4845999" cy="357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4">
            <a:alphaModFix/>
          </a:blip>
          <a:srcRect b="47862" l="0" r="-361" t="4103"/>
          <a:stretch/>
        </p:blipFill>
        <p:spPr>
          <a:xfrm>
            <a:off x="581191" y="5416062"/>
            <a:ext cx="4846000" cy="141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5">
            <a:alphaModFix/>
          </a:blip>
          <a:srcRect b="8109" l="0" r="0" t="0"/>
          <a:stretch/>
        </p:blipFill>
        <p:spPr>
          <a:xfrm>
            <a:off x="6290284" y="1842171"/>
            <a:ext cx="4090424" cy="4992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6" name="Google Shape;286;p23"/>
          <p:cNvSpPr txBox="1"/>
          <p:nvPr>
            <p:ph idx="1" type="body"/>
          </p:nvPr>
        </p:nvSpPr>
        <p:spPr>
          <a:xfrm>
            <a:off x="8110847" y="4601069"/>
            <a:ext cx="3499960" cy="123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312"/>
              <a:buNone/>
            </a:pPr>
            <a:r>
              <a:rPr lang="en-US" sz="3600"/>
              <a:t>Thank You… 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2021-06-25T14:59:53Z</dcterms:created>
  <dc:creator>Microsoft account</dc:creator>
</cp:coreProperties>
</file>