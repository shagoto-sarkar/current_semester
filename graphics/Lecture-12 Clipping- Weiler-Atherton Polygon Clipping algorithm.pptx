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cKu0CPg5lLFFTkPgyEq9xIg1i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Gill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7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9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1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2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4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24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2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7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440513" y="1581914"/>
            <a:ext cx="11243407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CSE421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 COMPUTER GRAPHICS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800"/>
              <a:t>WEILER-ATHERTON POLYGON CLIPPING ALGORITHM</a:t>
            </a:r>
            <a:endParaRPr b="1" sz="2700"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260608" y="4638144"/>
            <a:ext cx="4423313" cy="14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MAHIMUL ISLAM NADIM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ct val="92000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ct val="92000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ct val="92000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POLYGON</a:t>
            </a:r>
            <a:br>
              <a:rPr b="1" lang="en-US"/>
            </a:b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581192" y="1852251"/>
            <a:ext cx="11029615" cy="2708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/>
              <a:t>A Polygon can be described as the collection or group of closed lines.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All lines are connected.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b="1" lang="en-US"/>
              <a:t>Some Examples of the polygon: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Triangles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Pentagons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Hexagons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014" y="4696572"/>
            <a:ext cx="1813352" cy="168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671" y="4696572"/>
            <a:ext cx="1938511" cy="168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1197" y="4696573"/>
            <a:ext cx="1859572" cy="167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3751" y="4696572"/>
            <a:ext cx="1960534" cy="1688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POLYGON CLIPPING</a:t>
            </a:r>
            <a:br>
              <a:rPr b="1" lang="en-US"/>
            </a:b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581193" y="1875697"/>
            <a:ext cx="11029615" cy="2848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en-US"/>
              <a:t>Polygon clipping</a:t>
            </a:r>
            <a:r>
              <a:rPr lang="en-US"/>
              <a:t> is a process in which we only consider the part which is inside the view pane or window. 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 will remove or clip the part that is outside the window.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We can use the following algorithms for polygon clipping–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Sutherland-Hodgeman polygon clipping algorithm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Weiler-Atherton polygon clipping algorithm</a:t>
            </a:r>
            <a:endParaRPr/>
          </a:p>
          <a:p>
            <a:pPr indent="-200844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WEILER-ATHERTON POLYGON CLIPPING ALGORITHM</a:t>
            </a:r>
            <a:br>
              <a:rPr lang="en-US"/>
            </a:b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463961" y="1828803"/>
            <a:ext cx="11029615" cy="1617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b="1" lang="en-US"/>
              <a:t>Clip polygon point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lang="en-US"/>
              <a:t>Subject polygon point</a:t>
            </a:r>
            <a:endParaRPr b="1"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lang="en-US"/>
              <a:t>Intersection point</a:t>
            </a:r>
            <a:endParaRPr b="1"/>
          </a:p>
          <a:p>
            <a:pPr indent="-200844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26770"/>
          <a:stretch/>
        </p:blipFill>
        <p:spPr>
          <a:xfrm>
            <a:off x="2606325" y="1914724"/>
            <a:ext cx="6854668" cy="4525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 </a:t>
            </a:r>
            <a:endParaRPr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10125"/>
          <a:stretch/>
        </p:blipFill>
        <p:spPr>
          <a:xfrm>
            <a:off x="2958280" y="2180496"/>
            <a:ext cx="6275438" cy="4349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11655"/>
          <a:stretch/>
        </p:blipFill>
        <p:spPr>
          <a:xfrm>
            <a:off x="2901192" y="1956385"/>
            <a:ext cx="6389613" cy="4585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10970"/>
          <a:stretch/>
        </p:blipFill>
        <p:spPr>
          <a:xfrm>
            <a:off x="2649416" y="1865946"/>
            <a:ext cx="6579388" cy="487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91545" y="2190849"/>
            <a:ext cx="110295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9510" y="1896033"/>
            <a:ext cx="3612977" cy="4821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448" y="1890811"/>
            <a:ext cx="3565101" cy="4803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2708" y="1829383"/>
            <a:ext cx="3759016" cy="50286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1"/>
          <p:cNvCxnSpPr/>
          <p:nvPr/>
        </p:nvCxnSpPr>
        <p:spPr>
          <a:xfrm flipH="1">
            <a:off x="5615354" y="3223846"/>
            <a:ext cx="11723" cy="1184031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11"/>
          <p:cNvCxnSpPr/>
          <p:nvPr/>
        </p:nvCxnSpPr>
        <p:spPr>
          <a:xfrm flipH="1">
            <a:off x="6646985" y="3751675"/>
            <a:ext cx="1" cy="468633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11"/>
          <p:cNvCxnSpPr/>
          <p:nvPr/>
        </p:nvCxnSpPr>
        <p:spPr>
          <a:xfrm flipH="1" rot="10800000">
            <a:off x="5627077" y="3751675"/>
            <a:ext cx="1019908" cy="656202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11"/>
          <p:cNvCxnSpPr/>
          <p:nvPr/>
        </p:nvCxnSpPr>
        <p:spPr>
          <a:xfrm flipH="1">
            <a:off x="5615354" y="5084787"/>
            <a:ext cx="11724" cy="774012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11"/>
          <p:cNvCxnSpPr/>
          <p:nvPr/>
        </p:nvCxnSpPr>
        <p:spPr>
          <a:xfrm>
            <a:off x="6541478" y="2860866"/>
            <a:ext cx="11723" cy="426269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11"/>
          <p:cNvCxnSpPr/>
          <p:nvPr/>
        </p:nvCxnSpPr>
        <p:spPr>
          <a:xfrm flipH="1" rot="10800000">
            <a:off x="5638801" y="2860866"/>
            <a:ext cx="845969" cy="2933747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 b="9307" l="0" r="5927" t="0"/>
          <a:stretch/>
        </p:blipFill>
        <p:spPr>
          <a:xfrm>
            <a:off x="4079631" y="1945915"/>
            <a:ext cx="3689186" cy="4736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87" name="Google Shape;187;p1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3">
            <a:alphaModFix/>
          </a:blip>
          <a:srcRect b="0" l="38028" r="0" t="26770"/>
          <a:stretch/>
        </p:blipFill>
        <p:spPr>
          <a:xfrm>
            <a:off x="4583723" y="2045933"/>
            <a:ext cx="4154164" cy="4425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9074" y="2482361"/>
            <a:ext cx="41338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01" name="Google Shape;201;p15"/>
          <p:cNvSpPr txBox="1"/>
          <p:nvPr>
            <p:ph idx="1" type="body"/>
          </p:nvPr>
        </p:nvSpPr>
        <p:spPr>
          <a:xfrm>
            <a:off x="8110847" y="4601069"/>
            <a:ext cx="3499960" cy="123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12"/>
              <a:buNone/>
            </a:pPr>
            <a:r>
              <a:rPr lang="en-US" sz="3600"/>
              <a:t>Thank You… </a:t>
            </a:r>
            <a:endParaRPr/>
          </a:p>
          <a:p>
            <a:pPr indent="-200844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2021-06-25T14:59:53Z</dcterms:created>
  <dc:creator>Microsoft account</dc:creator>
</cp:coreProperties>
</file>